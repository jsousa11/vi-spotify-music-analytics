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Montserrat"/>
      <p:regular r:id="rId25"/>
      <p:bold r:id="rId26"/>
      <p:italic r:id="rId27"/>
      <p:boldItalic r:id="rId28"/>
    </p:embeddedFont>
    <p:embeddedFont>
      <p:font typeface="Alata"/>
      <p:regular r:id="rId29"/>
    </p:embeddedFont>
    <p:embeddedFont>
      <p:font typeface="Livvic"/>
      <p:regular r:id="rId30"/>
      <p:bold r:id="rId31"/>
      <p:italic r:id="rId32"/>
      <p:boldItalic r:id="rId33"/>
    </p:embeddedFont>
    <p:embeddedFont>
      <p:font typeface="PT Sans"/>
      <p:regular r:id="rId34"/>
      <p:bold r:id="rId35"/>
      <p:italic r:id="rId36"/>
      <p:boldItalic r:id="rId37"/>
    </p:embeddedFont>
    <p:embeddedFont>
      <p:font typeface="Alfa Slab One"/>
      <p:regular r:id="rId38"/>
    </p:embeddedFont>
    <p:embeddedFont>
      <p:font typeface="Livvic SemiBold"/>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vvicSemiBold-bold.fntdata"/><Relationship Id="rId20" Type="http://schemas.openxmlformats.org/officeDocument/2006/relationships/slide" Target="slides/slide15.xml"/><Relationship Id="rId42" Type="http://schemas.openxmlformats.org/officeDocument/2006/relationships/font" Target="fonts/LivvicSemiBold-boldItalic.fntdata"/><Relationship Id="rId41" Type="http://schemas.openxmlformats.org/officeDocument/2006/relationships/font" Target="fonts/LivvicSemi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at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vvic-bold.fntdata"/><Relationship Id="rId30" Type="http://schemas.openxmlformats.org/officeDocument/2006/relationships/font" Target="fonts/Livvic-regular.fntdata"/><Relationship Id="rId11" Type="http://schemas.openxmlformats.org/officeDocument/2006/relationships/slide" Target="slides/slide6.xml"/><Relationship Id="rId33" Type="http://schemas.openxmlformats.org/officeDocument/2006/relationships/font" Target="fonts/Livvic-boldItalic.fntdata"/><Relationship Id="rId10" Type="http://schemas.openxmlformats.org/officeDocument/2006/relationships/slide" Target="slides/slide5.xml"/><Relationship Id="rId32" Type="http://schemas.openxmlformats.org/officeDocument/2006/relationships/font" Target="fonts/Livvic-italic.fntdata"/><Relationship Id="rId13" Type="http://schemas.openxmlformats.org/officeDocument/2006/relationships/slide" Target="slides/slide8.xml"/><Relationship Id="rId35" Type="http://schemas.openxmlformats.org/officeDocument/2006/relationships/font" Target="fonts/PTSans-bold.fntdata"/><Relationship Id="rId12" Type="http://schemas.openxmlformats.org/officeDocument/2006/relationships/slide" Target="slides/slide7.xml"/><Relationship Id="rId34" Type="http://schemas.openxmlformats.org/officeDocument/2006/relationships/font" Target="fonts/PTSans-regular.fntdata"/><Relationship Id="rId15" Type="http://schemas.openxmlformats.org/officeDocument/2006/relationships/slide" Target="slides/slide10.xml"/><Relationship Id="rId37" Type="http://schemas.openxmlformats.org/officeDocument/2006/relationships/font" Target="fonts/PTSans-boldItalic.fntdata"/><Relationship Id="rId14" Type="http://schemas.openxmlformats.org/officeDocument/2006/relationships/slide" Target="slides/slide9.xml"/><Relationship Id="rId36" Type="http://schemas.openxmlformats.org/officeDocument/2006/relationships/font" Target="fonts/PTSans-italic.fntdata"/><Relationship Id="rId17" Type="http://schemas.openxmlformats.org/officeDocument/2006/relationships/slide" Target="slides/slide12.xml"/><Relationship Id="rId39" Type="http://schemas.openxmlformats.org/officeDocument/2006/relationships/font" Target="fonts/LivvicSemiBold-regular.fntdata"/><Relationship Id="rId16" Type="http://schemas.openxmlformats.org/officeDocument/2006/relationships/slide" Target="slides/slide11.xml"/><Relationship Id="rId38" Type="http://schemas.openxmlformats.org/officeDocument/2006/relationships/font" Target="fonts/AlfaSlabOn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cec4d270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cec4d270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13e1a0e03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13e1a0e03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9b0f369f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9b0f369f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9b146bf15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9b146bf15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a8fb896479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a8fb896479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a8fb89647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a8fb89647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a911408ff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a911408ff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a8fb896479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a8fb89647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a8fb896479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a8fb896479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a8fb896479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a8fb896479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a8fb896479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3a8fb896479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a8fb896479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a8fb896479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a93302140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a93302140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a911408ff8_6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a911408ff8_6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a911408ff8_6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a911408ff8_6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a911408ff8_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a911408ff8_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a8fb896479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a8fb896479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a911408ff8_6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a911408ff8_6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9ae6cdab93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9ae6cdab93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s://www.flaticon.com/?utm_source=slidesgo_template&amp;utm_medium=referral-link&amp;utm_campaign=promo-slide&amp;utm_term=slidesgo&amp;utm_content=flaticon" TargetMode="External"/><Relationship Id="rId4"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hyperlink" Target="https://www.freepik.com/?utm_source=slidesgo_template&amp;utm_medium=referral-link&amp;utm_campaign=promo-slide&amp;utm_term=slidesgo&amp;utm_content=freepik"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flipH="1" rot="5601917">
            <a:off x="-2287678" y="-1172811"/>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720000" y="987375"/>
            <a:ext cx="5622900" cy="23481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48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720000" y="3455600"/>
            <a:ext cx="3829800" cy="475800"/>
          </a:xfrm>
          <a:prstGeom prst="rect">
            <a:avLst/>
          </a:prstGeom>
          <a:solidFill>
            <a:schemeClr val="dk2"/>
          </a:solidFill>
          <a:ln cap="flat" cmpd="sng" w="76200">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SzPts val="1400"/>
              <a:buNone/>
              <a:defRPr sz="1600">
                <a:solidFill>
                  <a:schemeClr val="accent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 name="Google Shape;12;p2"/>
          <p:cNvSpPr/>
          <p:nvPr/>
        </p:nvSpPr>
        <p:spPr>
          <a:xfrm>
            <a:off x="6840450" y="106788"/>
            <a:ext cx="239885" cy="456818"/>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92562" y="34966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rot="811208">
            <a:off x="7792789" y="-154731"/>
            <a:ext cx="2363674" cy="1263268"/>
            <a:chOff x="-651739" y="4270666"/>
            <a:chExt cx="1946448" cy="1263373"/>
          </a:xfrm>
        </p:grpSpPr>
        <p:sp>
          <p:nvSpPr>
            <p:cNvPr id="15" name="Google Shape;15;p2"/>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6" name="Google Shape;16;p2"/>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7" name="Google Shape;17;p2"/>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18" name="Google Shape;18;p2"/>
          <p:cNvGrpSpPr/>
          <p:nvPr/>
        </p:nvGrpSpPr>
        <p:grpSpPr>
          <a:xfrm rot="362748">
            <a:off x="-1100874" y="4136239"/>
            <a:ext cx="2363677" cy="1263196"/>
            <a:chOff x="-651739" y="4270666"/>
            <a:chExt cx="1946448" cy="1263373"/>
          </a:xfrm>
        </p:grpSpPr>
        <p:sp>
          <p:nvSpPr>
            <p:cNvPr id="19" name="Google Shape;19;p2"/>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0" name="Google Shape;20;p2"/>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1" name="Google Shape;21;p2"/>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22" name="Google Shape;22;p2"/>
          <p:cNvSpPr/>
          <p:nvPr/>
        </p:nvSpPr>
        <p:spPr>
          <a:xfrm rot="1664062">
            <a:off x="3498085" y="1286358"/>
            <a:ext cx="6221455" cy="622145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4684800" y="1992225"/>
            <a:ext cx="3739200" cy="17844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 name="Google Shape;25;p3"/>
          <p:cNvSpPr txBox="1"/>
          <p:nvPr>
            <p:ph hasCustomPrompt="1" idx="2" type="title"/>
          </p:nvPr>
        </p:nvSpPr>
        <p:spPr>
          <a:xfrm>
            <a:off x="7367100" y="674750"/>
            <a:ext cx="1056900" cy="10611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6" name="Google Shape;26;p3"/>
          <p:cNvSpPr txBox="1"/>
          <p:nvPr>
            <p:ph idx="1" type="subTitle"/>
          </p:nvPr>
        </p:nvSpPr>
        <p:spPr>
          <a:xfrm>
            <a:off x="5999100" y="3728200"/>
            <a:ext cx="2424900" cy="713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7" name="Google Shape;27;p3"/>
          <p:cNvSpPr/>
          <p:nvPr/>
        </p:nvSpPr>
        <p:spPr>
          <a:xfrm rot="-6300000">
            <a:off x="6724136" y="-2003740"/>
            <a:ext cx="4309337" cy="430933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rot="-1374975">
            <a:off x="-1629668" y="1493078"/>
            <a:ext cx="7285696" cy="7285696"/>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3"/>
          <p:cNvGrpSpPr/>
          <p:nvPr/>
        </p:nvGrpSpPr>
        <p:grpSpPr>
          <a:xfrm flipH="1" rot="-362748">
            <a:off x="7847779" y="4136239"/>
            <a:ext cx="2363677" cy="1263196"/>
            <a:chOff x="-651739" y="4270666"/>
            <a:chExt cx="1946448" cy="1263373"/>
          </a:xfrm>
        </p:grpSpPr>
        <p:sp>
          <p:nvSpPr>
            <p:cNvPr id="30" name="Google Shape;30;p3"/>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1" name="Google Shape;31;p3"/>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2" name="Google Shape;32;p3"/>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33" name="Google Shape;33;p3"/>
          <p:cNvGrpSpPr/>
          <p:nvPr/>
        </p:nvGrpSpPr>
        <p:grpSpPr>
          <a:xfrm flipH="1" rot="-811208">
            <a:off x="-1045880" y="-154731"/>
            <a:ext cx="2363674" cy="1263268"/>
            <a:chOff x="-651739" y="4270666"/>
            <a:chExt cx="1946448" cy="1263373"/>
          </a:xfrm>
        </p:grpSpPr>
        <p:sp>
          <p:nvSpPr>
            <p:cNvPr id="34" name="Google Shape;34;p3"/>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5" name="Google Shape;35;p3"/>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6" name="Google Shape;36;p3"/>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 name="Shape 37"/>
        <p:cNvGrpSpPr/>
        <p:nvPr/>
      </p:nvGrpSpPr>
      <p:grpSpPr>
        <a:xfrm>
          <a:off x="0" y="0"/>
          <a:ext cx="0" cy="0"/>
          <a:chOff x="0" y="0"/>
          <a:chExt cx="0" cy="0"/>
        </a:xfrm>
      </p:grpSpPr>
      <p:sp>
        <p:nvSpPr>
          <p:cNvPr id="38" name="Google Shape;38;p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9" name="Google Shape;39;p4"/>
          <p:cNvSpPr txBox="1"/>
          <p:nvPr>
            <p:ph idx="1" type="subTitle"/>
          </p:nvPr>
        </p:nvSpPr>
        <p:spPr>
          <a:xfrm>
            <a:off x="720000" y="1227575"/>
            <a:ext cx="7704000" cy="3732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2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40" name="Google Shape;40;p4"/>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1875704">
            <a:off x="6893645"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rot="-1800038">
            <a:off x="8526601" y="444232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rot="-786143">
            <a:off x="194513" y="40878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391720" y="10244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 name="Google Shape;45;p4"/>
          <p:cNvGrpSpPr/>
          <p:nvPr/>
        </p:nvGrpSpPr>
        <p:grpSpPr>
          <a:xfrm rot="-539535">
            <a:off x="-275848" y="4576629"/>
            <a:ext cx="2363620" cy="1263236"/>
            <a:chOff x="-651739" y="4270666"/>
            <a:chExt cx="1946448" cy="1263373"/>
          </a:xfrm>
        </p:grpSpPr>
        <p:sp>
          <p:nvSpPr>
            <p:cNvPr id="46" name="Google Shape;46;p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7" name="Google Shape;47;p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8" name="Google Shape;48;p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49" name="Google Shape;49;p4"/>
          <p:cNvGrpSpPr/>
          <p:nvPr/>
        </p:nvGrpSpPr>
        <p:grpSpPr>
          <a:xfrm>
            <a:off x="7118686" y="-728969"/>
            <a:ext cx="1305325" cy="999875"/>
            <a:chOff x="9508886" y="1898806"/>
            <a:chExt cx="1305325" cy="999875"/>
          </a:xfrm>
        </p:grpSpPr>
        <p:sp>
          <p:nvSpPr>
            <p:cNvPr id="50" name="Google Shape;50;p4"/>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51" name="Google Shape;51;p4"/>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52" name="Google Shape;52;p4"/>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53" name="Google Shape;53;p4"/>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 name="Shape 54"/>
        <p:cNvGrpSpPr/>
        <p:nvPr/>
      </p:nvGrpSpPr>
      <p:grpSpPr>
        <a:xfrm>
          <a:off x="0" y="0"/>
          <a:ext cx="0" cy="0"/>
          <a:chOff x="0" y="0"/>
          <a:chExt cx="0" cy="0"/>
        </a:xfrm>
      </p:grpSpPr>
      <p:sp>
        <p:nvSpPr>
          <p:cNvPr id="55" name="Google Shape;55;p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6" name="Google Shape;56;p5"/>
          <p:cNvSpPr txBox="1"/>
          <p:nvPr>
            <p:ph idx="1" type="subTitle"/>
          </p:nvPr>
        </p:nvSpPr>
        <p:spPr>
          <a:xfrm>
            <a:off x="4808666" y="3210050"/>
            <a:ext cx="3024600" cy="1146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5"/>
          <p:cNvSpPr txBox="1"/>
          <p:nvPr>
            <p:ph idx="2" type="subTitle"/>
          </p:nvPr>
        </p:nvSpPr>
        <p:spPr>
          <a:xfrm>
            <a:off x="1311050" y="3210050"/>
            <a:ext cx="3023700" cy="1146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8" name="Google Shape;58;p5"/>
          <p:cNvSpPr txBox="1"/>
          <p:nvPr>
            <p:ph idx="3" type="subTitle"/>
          </p:nvPr>
        </p:nvSpPr>
        <p:spPr>
          <a:xfrm>
            <a:off x="1311050" y="2698100"/>
            <a:ext cx="3023700" cy="507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Montserrat"/>
              <a:buNone/>
              <a:defRPr sz="2200">
                <a:latin typeface="Alfa Slab One"/>
                <a:ea typeface="Alfa Slab One"/>
                <a:cs typeface="Alfa Slab One"/>
                <a:sym typeface="Alfa Slab One"/>
              </a:defRPr>
            </a:lvl1pPr>
            <a:lvl2pPr lvl="1" rtl="0" algn="ctr">
              <a:spcBef>
                <a:spcPts val="0"/>
              </a:spcBef>
              <a:spcAft>
                <a:spcPts val="0"/>
              </a:spcAft>
              <a:buSzPts val="2000"/>
              <a:buFont typeface="Montserrat"/>
              <a:buNone/>
              <a:defRPr sz="2000">
                <a:latin typeface="Montserrat"/>
                <a:ea typeface="Montserrat"/>
                <a:cs typeface="Montserrat"/>
                <a:sym typeface="Montserrat"/>
              </a:defRPr>
            </a:lvl2pPr>
            <a:lvl3pPr lvl="2" rtl="0" algn="ctr">
              <a:spcBef>
                <a:spcPts val="1600"/>
              </a:spcBef>
              <a:spcAft>
                <a:spcPts val="0"/>
              </a:spcAft>
              <a:buSzPts val="2000"/>
              <a:buFont typeface="Montserrat"/>
              <a:buNone/>
              <a:defRPr sz="2000">
                <a:latin typeface="Montserrat"/>
                <a:ea typeface="Montserrat"/>
                <a:cs typeface="Montserrat"/>
                <a:sym typeface="Montserrat"/>
              </a:defRPr>
            </a:lvl3pPr>
            <a:lvl4pPr lvl="3" rtl="0" algn="ctr">
              <a:spcBef>
                <a:spcPts val="1600"/>
              </a:spcBef>
              <a:spcAft>
                <a:spcPts val="0"/>
              </a:spcAft>
              <a:buSzPts val="2000"/>
              <a:buFont typeface="Montserrat"/>
              <a:buNone/>
              <a:defRPr sz="2000">
                <a:latin typeface="Montserrat"/>
                <a:ea typeface="Montserrat"/>
                <a:cs typeface="Montserrat"/>
                <a:sym typeface="Montserrat"/>
              </a:defRPr>
            </a:lvl4pPr>
            <a:lvl5pPr lvl="4" rtl="0" algn="ctr">
              <a:spcBef>
                <a:spcPts val="1600"/>
              </a:spcBef>
              <a:spcAft>
                <a:spcPts val="0"/>
              </a:spcAft>
              <a:buSzPts val="2000"/>
              <a:buFont typeface="Montserrat"/>
              <a:buNone/>
              <a:defRPr sz="2000">
                <a:latin typeface="Montserrat"/>
                <a:ea typeface="Montserrat"/>
                <a:cs typeface="Montserrat"/>
                <a:sym typeface="Montserrat"/>
              </a:defRPr>
            </a:lvl5pPr>
            <a:lvl6pPr lvl="5" rtl="0" algn="ctr">
              <a:spcBef>
                <a:spcPts val="1600"/>
              </a:spcBef>
              <a:spcAft>
                <a:spcPts val="0"/>
              </a:spcAft>
              <a:buSzPts val="2000"/>
              <a:buFont typeface="Montserrat"/>
              <a:buNone/>
              <a:defRPr sz="2000">
                <a:latin typeface="Montserrat"/>
                <a:ea typeface="Montserrat"/>
                <a:cs typeface="Montserrat"/>
                <a:sym typeface="Montserrat"/>
              </a:defRPr>
            </a:lvl6pPr>
            <a:lvl7pPr lvl="6" rtl="0" algn="ctr">
              <a:spcBef>
                <a:spcPts val="1600"/>
              </a:spcBef>
              <a:spcAft>
                <a:spcPts val="0"/>
              </a:spcAft>
              <a:buSzPts val="2000"/>
              <a:buFont typeface="Montserrat"/>
              <a:buNone/>
              <a:defRPr sz="2000">
                <a:latin typeface="Montserrat"/>
                <a:ea typeface="Montserrat"/>
                <a:cs typeface="Montserrat"/>
                <a:sym typeface="Montserrat"/>
              </a:defRPr>
            </a:lvl7pPr>
            <a:lvl8pPr lvl="7" rtl="0" algn="ctr">
              <a:spcBef>
                <a:spcPts val="1600"/>
              </a:spcBef>
              <a:spcAft>
                <a:spcPts val="0"/>
              </a:spcAft>
              <a:buSzPts val="2000"/>
              <a:buFont typeface="Montserrat"/>
              <a:buNone/>
              <a:defRPr sz="2000">
                <a:latin typeface="Montserrat"/>
                <a:ea typeface="Montserrat"/>
                <a:cs typeface="Montserrat"/>
                <a:sym typeface="Montserrat"/>
              </a:defRPr>
            </a:lvl8pPr>
            <a:lvl9pPr lvl="8" rtl="0" algn="ctr">
              <a:spcBef>
                <a:spcPts val="1600"/>
              </a:spcBef>
              <a:spcAft>
                <a:spcPts val="1600"/>
              </a:spcAft>
              <a:buSzPts val="2000"/>
              <a:buFont typeface="Montserrat"/>
              <a:buNone/>
              <a:defRPr sz="2000">
                <a:latin typeface="Montserrat"/>
                <a:ea typeface="Montserrat"/>
                <a:cs typeface="Montserrat"/>
                <a:sym typeface="Montserrat"/>
              </a:defRPr>
            </a:lvl9pPr>
          </a:lstStyle>
          <a:p/>
        </p:txBody>
      </p:sp>
      <p:sp>
        <p:nvSpPr>
          <p:cNvPr id="59" name="Google Shape;59;p5"/>
          <p:cNvSpPr txBox="1"/>
          <p:nvPr>
            <p:ph idx="4" type="subTitle"/>
          </p:nvPr>
        </p:nvSpPr>
        <p:spPr>
          <a:xfrm>
            <a:off x="4808983" y="2698100"/>
            <a:ext cx="3023700" cy="507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Montserrat"/>
              <a:buNone/>
              <a:defRPr sz="2200">
                <a:latin typeface="Alfa Slab One"/>
                <a:ea typeface="Alfa Slab One"/>
                <a:cs typeface="Alfa Slab One"/>
                <a:sym typeface="Alfa Slab One"/>
              </a:defRPr>
            </a:lvl1pPr>
            <a:lvl2pPr lvl="1" rtl="0" algn="ctr">
              <a:spcBef>
                <a:spcPts val="0"/>
              </a:spcBef>
              <a:spcAft>
                <a:spcPts val="0"/>
              </a:spcAft>
              <a:buSzPts val="2000"/>
              <a:buFont typeface="Montserrat"/>
              <a:buNone/>
              <a:defRPr sz="2000">
                <a:latin typeface="Montserrat"/>
                <a:ea typeface="Montserrat"/>
                <a:cs typeface="Montserrat"/>
                <a:sym typeface="Montserrat"/>
              </a:defRPr>
            </a:lvl2pPr>
            <a:lvl3pPr lvl="2" rtl="0" algn="ctr">
              <a:spcBef>
                <a:spcPts val="1600"/>
              </a:spcBef>
              <a:spcAft>
                <a:spcPts val="0"/>
              </a:spcAft>
              <a:buSzPts val="2000"/>
              <a:buFont typeface="Montserrat"/>
              <a:buNone/>
              <a:defRPr sz="2000">
                <a:latin typeface="Montserrat"/>
                <a:ea typeface="Montserrat"/>
                <a:cs typeface="Montserrat"/>
                <a:sym typeface="Montserrat"/>
              </a:defRPr>
            </a:lvl3pPr>
            <a:lvl4pPr lvl="3" rtl="0" algn="ctr">
              <a:spcBef>
                <a:spcPts val="1600"/>
              </a:spcBef>
              <a:spcAft>
                <a:spcPts val="0"/>
              </a:spcAft>
              <a:buSzPts val="2000"/>
              <a:buFont typeface="Montserrat"/>
              <a:buNone/>
              <a:defRPr sz="2000">
                <a:latin typeface="Montserrat"/>
                <a:ea typeface="Montserrat"/>
                <a:cs typeface="Montserrat"/>
                <a:sym typeface="Montserrat"/>
              </a:defRPr>
            </a:lvl4pPr>
            <a:lvl5pPr lvl="4" rtl="0" algn="ctr">
              <a:spcBef>
                <a:spcPts val="1600"/>
              </a:spcBef>
              <a:spcAft>
                <a:spcPts val="0"/>
              </a:spcAft>
              <a:buSzPts val="2000"/>
              <a:buFont typeface="Montserrat"/>
              <a:buNone/>
              <a:defRPr sz="2000">
                <a:latin typeface="Montserrat"/>
                <a:ea typeface="Montserrat"/>
                <a:cs typeface="Montserrat"/>
                <a:sym typeface="Montserrat"/>
              </a:defRPr>
            </a:lvl5pPr>
            <a:lvl6pPr lvl="5" rtl="0" algn="ctr">
              <a:spcBef>
                <a:spcPts val="1600"/>
              </a:spcBef>
              <a:spcAft>
                <a:spcPts val="0"/>
              </a:spcAft>
              <a:buSzPts val="2000"/>
              <a:buFont typeface="Montserrat"/>
              <a:buNone/>
              <a:defRPr sz="2000">
                <a:latin typeface="Montserrat"/>
                <a:ea typeface="Montserrat"/>
                <a:cs typeface="Montserrat"/>
                <a:sym typeface="Montserrat"/>
              </a:defRPr>
            </a:lvl6pPr>
            <a:lvl7pPr lvl="6" rtl="0" algn="ctr">
              <a:spcBef>
                <a:spcPts val="1600"/>
              </a:spcBef>
              <a:spcAft>
                <a:spcPts val="0"/>
              </a:spcAft>
              <a:buSzPts val="2000"/>
              <a:buFont typeface="Montserrat"/>
              <a:buNone/>
              <a:defRPr sz="2000">
                <a:latin typeface="Montserrat"/>
                <a:ea typeface="Montserrat"/>
                <a:cs typeface="Montserrat"/>
                <a:sym typeface="Montserrat"/>
              </a:defRPr>
            </a:lvl7pPr>
            <a:lvl8pPr lvl="7" rtl="0" algn="ctr">
              <a:spcBef>
                <a:spcPts val="1600"/>
              </a:spcBef>
              <a:spcAft>
                <a:spcPts val="0"/>
              </a:spcAft>
              <a:buSzPts val="2000"/>
              <a:buFont typeface="Montserrat"/>
              <a:buNone/>
              <a:defRPr sz="2000">
                <a:latin typeface="Montserrat"/>
                <a:ea typeface="Montserrat"/>
                <a:cs typeface="Montserrat"/>
                <a:sym typeface="Montserrat"/>
              </a:defRPr>
            </a:lvl8pPr>
            <a:lvl9pPr lvl="8" rtl="0" algn="ctr">
              <a:spcBef>
                <a:spcPts val="1600"/>
              </a:spcBef>
              <a:spcAft>
                <a:spcPts val="1600"/>
              </a:spcAft>
              <a:buSzPts val="2000"/>
              <a:buFont typeface="Montserrat"/>
              <a:buNone/>
              <a:defRPr sz="2000">
                <a:latin typeface="Montserrat"/>
                <a:ea typeface="Montserrat"/>
                <a:cs typeface="Montserrat"/>
                <a:sym typeface="Montserrat"/>
              </a:defRPr>
            </a:lvl9pPr>
          </a:lstStyle>
          <a:p/>
        </p:txBody>
      </p:sp>
      <p:sp>
        <p:nvSpPr>
          <p:cNvPr id="60" name="Google Shape;60;p5"/>
          <p:cNvSpPr/>
          <p:nvPr/>
        </p:nvSpPr>
        <p:spPr>
          <a:xfrm flipH="1" rot="8924296">
            <a:off x="7245782" y="-1962894"/>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flipH="1" rot="1075962">
            <a:off x="-1150148" y="3809157"/>
            <a:ext cx="3203933" cy="3203933"/>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 name="Google Shape;62;p5"/>
          <p:cNvGrpSpPr/>
          <p:nvPr/>
        </p:nvGrpSpPr>
        <p:grpSpPr>
          <a:xfrm flipH="1" rot="-362748">
            <a:off x="7847779" y="4136239"/>
            <a:ext cx="2363677" cy="1263196"/>
            <a:chOff x="-651739" y="4270666"/>
            <a:chExt cx="1946448" cy="1263373"/>
          </a:xfrm>
        </p:grpSpPr>
        <p:sp>
          <p:nvSpPr>
            <p:cNvPr id="63" name="Google Shape;63;p5"/>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4" name="Google Shape;64;p5"/>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5" name="Google Shape;65;p5"/>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66" name="Google Shape;66;p5"/>
          <p:cNvGrpSpPr/>
          <p:nvPr/>
        </p:nvGrpSpPr>
        <p:grpSpPr>
          <a:xfrm flipH="1" rot="-811208">
            <a:off x="-1045880" y="-154731"/>
            <a:ext cx="2363674" cy="1263268"/>
            <a:chOff x="-651739" y="4270666"/>
            <a:chExt cx="1946448" cy="1263373"/>
          </a:xfrm>
        </p:grpSpPr>
        <p:sp>
          <p:nvSpPr>
            <p:cNvPr id="67" name="Google Shape;67;p5"/>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8" name="Google Shape;68;p5"/>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9" name="Google Shape;69;p5"/>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70" name="Google Shape;70;p5"/>
          <p:cNvSpPr/>
          <p:nvPr/>
        </p:nvSpPr>
        <p:spPr>
          <a:xfrm rot="-786143">
            <a:off x="154888" y="1690609"/>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flipH="1">
            <a:off x="8776408" y="21601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rot="1800038">
            <a:off x="7826764" y="4399599"/>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flipH="1">
            <a:off x="3220783" y="1799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76" name="Google Shape;76;p6"/>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rot="1875704">
            <a:off x="6893645"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rot="1800038">
            <a:off x="8574776" y="4114849"/>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rot="-786143">
            <a:off x="333813" y="4560359"/>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flipH="1">
            <a:off x="391720" y="10244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 name="Google Shape;82;p6"/>
          <p:cNvGrpSpPr/>
          <p:nvPr/>
        </p:nvGrpSpPr>
        <p:grpSpPr>
          <a:xfrm rot="811208">
            <a:off x="7792789" y="-154731"/>
            <a:ext cx="2363674" cy="1263268"/>
            <a:chOff x="-651739" y="4270666"/>
            <a:chExt cx="1946448" cy="1263373"/>
          </a:xfrm>
        </p:grpSpPr>
        <p:sp>
          <p:nvSpPr>
            <p:cNvPr id="83" name="Google Shape;83;p6"/>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84" name="Google Shape;84;p6"/>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85" name="Google Shape;85;p6"/>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86" name="Google Shape;86;p6"/>
          <p:cNvGrpSpPr/>
          <p:nvPr/>
        </p:nvGrpSpPr>
        <p:grpSpPr>
          <a:xfrm rot="362748">
            <a:off x="-1100874" y="4136239"/>
            <a:ext cx="2363677" cy="1263196"/>
            <a:chOff x="-651739" y="4270666"/>
            <a:chExt cx="1946448" cy="1263373"/>
          </a:xfrm>
        </p:grpSpPr>
        <p:sp>
          <p:nvSpPr>
            <p:cNvPr id="87" name="Google Shape;87;p6"/>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88" name="Google Shape;88;p6"/>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89" name="Google Shape;89;p6"/>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0" name="Shape 90"/>
        <p:cNvGrpSpPr/>
        <p:nvPr/>
      </p:nvGrpSpPr>
      <p:grpSpPr>
        <a:xfrm>
          <a:off x="0" y="0"/>
          <a:ext cx="0" cy="0"/>
          <a:chOff x="0" y="0"/>
          <a:chExt cx="0" cy="0"/>
        </a:xfrm>
      </p:grpSpPr>
      <p:sp>
        <p:nvSpPr>
          <p:cNvPr id="91" name="Google Shape;91;p7"/>
          <p:cNvSpPr txBox="1"/>
          <p:nvPr>
            <p:ph idx="1" type="body"/>
          </p:nvPr>
        </p:nvSpPr>
        <p:spPr>
          <a:xfrm>
            <a:off x="720000" y="2247175"/>
            <a:ext cx="4468500" cy="2266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92" name="Google Shape;92;p7"/>
          <p:cNvSpPr txBox="1"/>
          <p:nvPr>
            <p:ph type="title"/>
          </p:nvPr>
        </p:nvSpPr>
        <p:spPr>
          <a:xfrm>
            <a:off x="720000" y="520475"/>
            <a:ext cx="3879300" cy="1643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93" name="Google Shape;93;p7"/>
          <p:cNvSpPr/>
          <p:nvPr/>
        </p:nvSpPr>
        <p:spPr>
          <a:xfrm flipH="1" rot="5601917">
            <a:off x="-2887753" y="-1867561"/>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rot="1664062">
            <a:off x="4458647" y="2036433"/>
            <a:ext cx="6221455" cy="622145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 name="Google Shape;95;p7"/>
          <p:cNvGrpSpPr/>
          <p:nvPr/>
        </p:nvGrpSpPr>
        <p:grpSpPr>
          <a:xfrm rot="811208">
            <a:off x="7546314" y="-251156"/>
            <a:ext cx="2363674" cy="1263268"/>
            <a:chOff x="-651739" y="4270666"/>
            <a:chExt cx="1946448" cy="1263373"/>
          </a:xfrm>
        </p:grpSpPr>
        <p:sp>
          <p:nvSpPr>
            <p:cNvPr id="96" name="Google Shape;96;p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97" name="Google Shape;97;p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98" name="Google Shape;98;p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99" name="Google Shape;99;p7"/>
          <p:cNvGrpSpPr/>
          <p:nvPr/>
        </p:nvGrpSpPr>
        <p:grpSpPr>
          <a:xfrm rot="362748">
            <a:off x="-875849" y="4178264"/>
            <a:ext cx="2363677" cy="1263196"/>
            <a:chOff x="-651739" y="4270666"/>
            <a:chExt cx="1946448" cy="1263373"/>
          </a:xfrm>
        </p:grpSpPr>
        <p:sp>
          <p:nvSpPr>
            <p:cNvPr id="100" name="Google Shape;100;p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01" name="Google Shape;101;p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02" name="Google Shape;102;p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3" name="Shape 103"/>
        <p:cNvGrpSpPr/>
        <p:nvPr/>
      </p:nvGrpSpPr>
      <p:grpSpPr>
        <a:xfrm>
          <a:off x="0" y="0"/>
          <a:ext cx="0" cy="0"/>
          <a:chOff x="0" y="0"/>
          <a:chExt cx="0" cy="0"/>
        </a:xfrm>
      </p:grpSpPr>
      <p:sp>
        <p:nvSpPr>
          <p:cNvPr id="104" name="Google Shape;104;p8"/>
          <p:cNvSpPr txBox="1"/>
          <p:nvPr>
            <p:ph type="title"/>
          </p:nvPr>
        </p:nvSpPr>
        <p:spPr>
          <a:xfrm>
            <a:off x="719900" y="1611900"/>
            <a:ext cx="7704000" cy="19308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5" name="Google Shape;105;p8"/>
          <p:cNvSpPr/>
          <p:nvPr/>
        </p:nvSpPr>
        <p:spPr>
          <a:xfrm flipH="1" rot="5601917">
            <a:off x="-2630578" y="-1985461"/>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rot="1664062">
            <a:off x="4983747" y="2397383"/>
            <a:ext cx="6221455" cy="622145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flipH="1" rot="-1800038">
            <a:off x="8145251" y="419587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rot="-786143">
            <a:off x="194513" y="40878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flipH="1">
            <a:off x="3243670" y="6300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p9"/>
          <p:cNvSpPr txBox="1"/>
          <p:nvPr>
            <p:ph idx="1" type="subTitle"/>
          </p:nvPr>
        </p:nvSpPr>
        <p:spPr>
          <a:xfrm>
            <a:off x="2222988" y="2407675"/>
            <a:ext cx="4698000" cy="1322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900"/>
              <a:buNone/>
              <a:defRPr sz="1600"/>
            </a:lvl1pPr>
            <a:lvl2pPr lvl="1" rtl="0" algn="ctr">
              <a:lnSpc>
                <a:spcPct val="100000"/>
              </a:lnSpc>
              <a:spcBef>
                <a:spcPts val="0"/>
              </a:spcBef>
              <a:spcAft>
                <a:spcPts val="0"/>
              </a:spcAft>
              <a:buSzPts val="1900"/>
              <a:buNone/>
              <a:defRPr sz="1900"/>
            </a:lvl2pPr>
            <a:lvl3pPr lvl="2" rtl="0" algn="ctr">
              <a:lnSpc>
                <a:spcPct val="100000"/>
              </a:lnSpc>
              <a:spcBef>
                <a:spcPts val="1600"/>
              </a:spcBef>
              <a:spcAft>
                <a:spcPts val="0"/>
              </a:spcAft>
              <a:buSzPts val="1900"/>
              <a:buNone/>
              <a:defRPr sz="1900"/>
            </a:lvl3pPr>
            <a:lvl4pPr lvl="3" rtl="0" algn="ctr">
              <a:lnSpc>
                <a:spcPct val="100000"/>
              </a:lnSpc>
              <a:spcBef>
                <a:spcPts val="1600"/>
              </a:spcBef>
              <a:spcAft>
                <a:spcPts val="0"/>
              </a:spcAft>
              <a:buSzPts val="1900"/>
              <a:buNone/>
              <a:defRPr sz="1900"/>
            </a:lvl4pPr>
            <a:lvl5pPr lvl="4" rtl="0" algn="ctr">
              <a:lnSpc>
                <a:spcPct val="100000"/>
              </a:lnSpc>
              <a:spcBef>
                <a:spcPts val="1600"/>
              </a:spcBef>
              <a:spcAft>
                <a:spcPts val="0"/>
              </a:spcAft>
              <a:buSzPts val="1900"/>
              <a:buNone/>
              <a:defRPr sz="1900"/>
            </a:lvl5pPr>
            <a:lvl6pPr lvl="5" rtl="0" algn="ctr">
              <a:lnSpc>
                <a:spcPct val="100000"/>
              </a:lnSpc>
              <a:spcBef>
                <a:spcPts val="1600"/>
              </a:spcBef>
              <a:spcAft>
                <a:spcPts val="0"/>
              </a:spcAft>
              <a:buSzPts val="1900"/>
              <a:buNone/>
              <a:defRPr sz="1900"/>
            </a:lvl6pPr>
            <a:lvl7pPr lvl="6" rtl="0" algn="ctr">
              <a:lnSpc>
                <a:spcPct val="100000"/>
              </a:lnSpc>
              <a:spcBef>
                <a:spcPts val="1600"/>
              </a:spcBef>
              <a:spcAft>
                <a:spcPts val="0"/>
              </a:spcAft>
              <a:buSzPts val="1900"/>
              <a:buNone/>
              <a:defRPr sz="1900"/>
            </a:lvl7pPr>
            <a:lvl8pPr lvl="7" rtl="0" algn="ctr">
              <a:lnSpc>
                <a:spcPct val="100000"/>
              </a:lnSpc>
              <a:spcBef>
                <a:spcPts val="1600"/>
              </a:spcBef>
              <a:spcAft>
                <a:spcPts val="0"/>
              </a:spcAft>
              <a:buSzPts val="1900"/>
              <a:buNone/>
              <a:defRPr sz="1900"/>
            </a:lvl8pPr>
            <a:lvl9pPr lvl="8" rtl="0" algn="ctr">
              <a:lnSpc>
                <a:spcPct val="100000"/>
              </a:lnSpc>
              <a:spcBef>
                <a:spcPts val="1600"/>
              </a:spcBef>
              <a:spcAft>
                <a:spcPts val="1600"/>
              </a:spcAft>
              <a:buSzPts val="1900"/>
              <a:buNone/>
              <a:defRPr sz="1900"/>
            </a:lvl9pPr>
          </a:lstStyle>
          <a:p/>
        </p:txBody>
      </p:sp>
      <p:sp>
        <p:nvSpPr>
          <p:cNvPr id="113" name="Google Shape;113;p9"/>
          <p:cNvSpPr txBox="1"/>
          <p:nvPr>
            <p:ph type="title"/>
          </p:nvPr>
        </p:nvSpPr>
        <p:spPr>
          <a:xfrm>
            <a:off x="2223025" y="1528050"/>
            <a:ext cx="4698000" cy="689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9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p:txBody>
      </p:sp>
      <p:sp>
        <p:nvSpPr>
          <p:cNvPr id="114" name="Google Shape;114;p9"/>
          <p:cNvSpPr/>
          <p:nvPr/>
        </p:nvSpPr>
        <p:spPr>
          <a:xfrm rot="-9575364">
            <a:off x="-1351260" y="-1626509"/>
            <a:ext cx="3491972" cy="3491972"/>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rot="1875704">
            <a:off x="6893645" y="3507966"/>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9"/>
          <p:cNvGrpSpPr/>
          <p:nvPr/>
        </p:nvGrpSpPr>
        <p:grpSpPr>
          <a:xfrm rot="811208">
            <a:off x="7546314" y="-251156"/>
            <a:ext cx="2363674" cy="1263268"/>
            <a:chOff x="-651739" y="4270666"/>
            <a:chExt cx="1946448" cy="1263373"/>
          </a:xfrm>
        </p:grpSpPr>
        <p:sp>
          <p:nvSpPr>
            <p:cNvPr id="117" name="Google Shape;117;p9"/>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18" name="Google Shape;118;p9"/>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19" name="Google Shape;119;p9"/>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120" name="Google Shape;120;p9"/>
          <p:cNvGrpSpPr/>
          <p:nvPr/>
        </p:nvGrpSpPr>
        <p:grpSpPr>
          <a:xfrm rot="362748">
            <a:off x="-875849" y="4178264"/>
            <a:ext cx="2363677" cy="1263196"/>
            <a:chOff x="-651739" y="4270666"/>
            <a:chExt cx="1946448" cy="1263373"/>
          </a:xfrm>
        </p:grpSpPr>
        <p:sp>
          <p:nvSpPr>
            <p:cNvPr id="121" name="Google Shape;121;p9"/>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22" name="Google Shape;122;p9"/>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23" name="Google Shape;123;p9"/>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10"/>
          <p:cNvSpPr/>
          <p:nvPr>
            <p:ph idx="2" type="pic"/>
          </p:nvPr>
        </p:nvSpPr>
        <p:spPr>
          <a:xfrm>
            <a:off x="0" y="0"/>
            <a:ext cx="9144000" cy="5143500"/>
          </a:xfrm>
          <a:prstGeom prst="rect">
            <a:avLst/>
          </a:prstGeom>
          <a:noFill/>
          <a:ln>
            <a:noFill/>
          </a:ln>
        </p:spPr>
      </p:sp>
      <p:sp>
        <p:nvSpPr>
          <p:cNvPr id="126" name="Google Shape;126;p10"/>
          <p:cNvSpPr txBox="1"/>
          <p:nvPr>
            <p:ph type="title"/>
          </p:nvPr>
        </p:nvSpPr>
        <p:spPr>
          <a:xfrm>
            <a:off x="1957650" y="2992625"/>
            <a:ext cx="5228700" cy="1255200"/>
          </a:xfrm>
          <a:prstGeom prst="rect">
            <a:avLst/>
          </a:prstGeom>
          <a:solidFill>
            <a:schemeClr val="lt1"/>
          </a:solidFill>
          <a:ln cap="flat" cmpd="sng" w="7620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11"/>
          <p:cNvSpPr txBox="1"/>
          <p:nvPr>
            <p:ph hasCustomPrompt="1" type="title"/>
          </p:nvPr>
        </p:nvSpPr>
        <p:spPr>
          <a:xfrm>
            <a:off x="1137325" y="1189300"/>
            <a:ext cx="6869400" cy="1710300"/>
          </a:xfrm>
          <a:prstGeom prst="rect">
            <a:avLst/>
          </a:prstGeom>
        </p:spPr>
        <p:txBody>
          <a:bodyPr anchorCtr="0" anchor="t" bIns="91425" lIns="91425" spcFirstLastPara="1" rIns="91425" wrap="square" tIns="91425">
            <a:noAutofit/>
          </a:bodyPr>
          <a:lstStyle>
            <a:lvl1pPr lvl="0" algn="ctr">
              <a:spcBef>
                <a:spcPts val="0"/>
              </a:spcBef>
              <a:spcAft>
                <a:spcPts val="0"/>
              </a:spcAft>
              <a:buSzPts val="9600"/>
              <a:buNone/>
              <a:defRPr sz="10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9" name="Google Shape;129;p11"/>
          <p:cNvSpPr txBox="1"/>
          <p:nvPr>
            <p:ph idx="1" type="subTitle"/>
          </p:nvPr>
        </p:nvSpPr>
        <p:spPr>
          <a:xfrm>
            <a:off x="2252000" y="3193975"/>
            <a:ext cx="4640400" cy="4971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accent2"/>
                </a:solidFill>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130" name="Google Shape;130;p11"/>
          <p:cNvSpPr/>
          <p:nvPr/>
        </p:nvSpPr>
        <p:spPr>
          <a:xfrm flipH="1" rot="8924296">
            <a:off x="6945407" y="-1598544"/>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flipH="1" rot="-886576">
            <a:off x="-1564626" y="2902264"/>
            <a:ext cx="3778646" cy="3731143"/>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11"/>
          <p:cNvGrpSpPr/>
          <p:nvPr/>
        </p:nvGrpSpPr>
        <p:grpSpPr>
          <a:xfrm flipH="1" rot="-811208">
            <a:off x="-857130" y="-347606"/>
            <a:ext cx="2363674" cy="1263268"/>
            <a:chOff x="-651739" y="4270666"/>
            <a:chExt cx="1946448" cy="1263373"/>
          </a:xfrm>
        </p:grpSpPr>
        <p:sp>
          <p:nvSpPr>
            <p:cNvPr id="133" name="Google Shape;133;p11"/>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34" name="Google Shape;134;p11"/>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35" name="Google Shape;135;p11"/>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136" name="Google Shape;136;p11"/>
          <p:cNvGrpSpPr/>
          <p:nvPr/>
        </p:nvGrpSpPr>
        <p:grpSpPr>
          <a:xfrm flipH="1" rot="-362748">
            <a:off x="7633454" y="4399739"/>
            <a:ext cx="2363677" cy="1263196"/>
            <a:chOff x="-651739" y="4270666"/>
            <a:chExt cx="1946448" cy="1263373"/>
          </a:xfrm>
        </p:grpSpPr>
        <p:sp>
          <p:nvSpPr>
            <p:cNvPr id="137" name="Google Shape;137;p11"/>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38" name="Google Shape;138;p11"/>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39" name="Google Shape;139;p11"/>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140" name="Google Shape;140;p11"/>
          <p:cNvSpPr/>
          <p:nvPr/>
        </p:nvSpPr>
        <p:spPr>
          <a:xfrm flipH="1" rot="-1800038">
            <a:off x="5633376" y="4267811"/>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1" name="Shape 14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2" name="Shape 142"/>
        <p:cNvGrpSpPr/>
        <p:nvPr/>
      </p:nvGrpSpPr>
      <p:grpSpPr>
        <a:xfrm>
          <a:off x="0" y="0"/>
          <a:ext cx="0" cy="0"/>
          <a:chOff x="0" y="0"/>
          <a:chExt cx="0" cy="0"/>
        </a:xfrm>
      </p:grpSpPr>
      <p:sp>
        <p:nvSpPr>
          <p:cNvPr id="143" name="Google Shape;143;p13"/>
          <p:cNvSpPr txBox="1"/>
          <p:nvPr>
            <p:ph idx="1" type="subTitle"/>
          </p:nvPr>
        </p:nvSpPr>
        <p:spPr>
          <a:xfrm>
            <a:off x="2066650" y="2127760"/>
            <a:ext cx="2332200" cy="525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4" name="Google Shape;144;p13"/>
          <p:cNvSpPr txBox="1"/>
          <p:nvPr>
            <p:ph idx="2" type="subTitle"/>
          </p:nvPr>
        </p:nvSpPr>
        <p:spPr>
          <a:xfrm>
            <a:off x="5927877" y="2127760"/>
            <a:ext cx="2332200" cy="525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5" name="Google Shape;145;p13"/>
          <p:cNvSpPr txBox="1"/>
          <p:nvPr>
            <p:ph idx="3" type="subTitle"/>
          </p:nvPr>
        </p:nvSpPr>
        <p:spPr>
          <a:xfrm>
            <a:off x="2066650" y="3607266"/>
            <a:ext cx="2332200" cy="525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6" name="Google Shape;146;p13"/>
          <p:cNvSpPr txBox="1"/>
          <p:nvPr>
            <p:ph idx="4" type="subTitle"/>
          </p:nvPr>
        </p:nvSpPr>
        <p:spPr>
          <a:xfrm>
            <a:off x="5927877" y="3607266"/>
            <a:ext cx="2332200" cy="525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7" name="Google Shape;147;p13"/>
          <p:cNvSpPr txBox="1"/>
          <p:nvPr>
            <p:ph hasCustomPrompt="1" type="title"/>
          </p:nvPr>
        </p:nvSpPr>
        <p:spPr>
          <a:xfrm>
            <a:off x="1118325" y="1829050"/>
            <a:ext cx="813900" cy="8139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8" name="Google Shape;148;p13"/>
          <p:cNvSpPr txBox="1"/>
          <p:nvPr>
            <p:ph hasCustomPrompt="1" idx="5" type="title"/>
          </p:nvPr>
        </p:nvSpPr>
        <p:spPr>
          <a:xfrm>
            <a:off x="1118325" y="3308550"/>
            <a:ext cx="813900" cy="8139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9" name="Google Shape;149;p13"/>
          <p:cNvSpPr txBox="1"/>
          <p:nvPr>
            <p:ph hasCustomPrompt="1" idx="6" type="title"/>
          </p:nvPr>
        </p:nvSpPr>
        <p:spPr>
          <a:xfrm>
            <a:off x="4968500" y="1829050"/>
            <a:ext cx="813900" cy="8139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0" name="Google Shape;150;p13"/>
          <p:cNvSpPr txBox="1"/>
          <p:nvPr>
            <p:ph hasCustomPrompt="1" idx="7" type="title"/>
          </p:nvPr>
        </p:nvSpPr>
        <p:spPr>
          <a:xfrm>
            <a:off x="4968500" y="3308550"/>
            <a:ext cx="813900" cy="8139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1" name="Google Shape;151;p13"/>
          <p:cNvSpPr txBox="1"/>
          <p:nvPr>
            <p:ph idx="8"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52" name="Google Shape;152;p13"/>
          <p:cNvSpPr txBox="1"/>
          <p:nvPr>
            <p:ph idx="9" type="subTitle"/>
          </p:nvPr>
        </p:nvSpPr>
        <p:spPr>
          <a:xfrm>
            <a:off x="2066650" y="1759366"/>
            <a:ext cx="2332200" cy="444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Montserrat"/>
              <a:buNone/>
              <a:defRPr sz="2200">
                <a:latin typeface="Alfa Slab One"/>
                <a:ea typeface="Alfa Slab One"/>
                <a:cs typeface="Alfa Slab One"/>
                <a:sym typeface="Alfa Slab O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p:txBody>
      </p:sp>
      <p:sp>
        <p:nvSpPr>
          <p:cNvPr id="153" name="Google Shape;153;p13"/>
          <p:cNvSpPr txBox="1"/>
          <p:nvPr>
            <p:ph idx="13" type="subTitle"/>
          </p:nvPr>
        </p:nvSpPr>
        <p:spPr>
          <a:xfrm>
            <a:off x="5927875" y="1759366"/>
            <a:ext cx="2332200" cy="444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Montserrat"/>
              <a:buNone/>
              <a:defRPr sz="2200">
                <a:latin typeface="Alfa Slab One"/>
                <a:ea typeface="Alfa Slab One"/>
                <a:cs typeface="Alfa Slab One"/>
                <a:sym typeface="Alfa Slab O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p:txBody>
      </p:sp>
      <p:sp>
        <p:nvSpPr>
          <p:cNvPr id="154" name="Google Shape;154;p13"/>
          <p:cNvSpPr txBox="1"/>
          <p:nvPr>
            <p:ph idx="14" type="subTitle"/>
          </p:nvPr>
        </p:nvSpPr>
        <p:spPr>
          <a:xfrm>
            <a:off x="2066650" y="3238765"/>
            <a:ext cx="2332200" cy="444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Montserrat"/>
              <a:buNone/>
              <a:defRPr sz="2200">
                <a:latin typeface="Alfa Slab One"/>
                <a:ea typeface="Alfa Slab One"/>
                <a:cs typeface="Alfa Slab One"/>
                <a:sym typeface="Alfa Slab O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p:txBody>
      </p:sp>
      <p:sp>
        <p:nvSpPr>
          <p:cNvPr id="155" name="Google Shape;155;p13"/>
          <p:cNvSpPr txBox="1"/>
          <p:nvPr>
            <p:ph idx="15" type="subTitle"/>
          </p:nvPr>
        </p:nvSpPr>
        <p:spPr>
          <a:xfrm>
            <a:off x="5927875" y="3238765"/>
            <a:ext cx="2332200" cy="444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Montserrat"/>
              <a:buNone/>
              <a:defRPr sz="2200">
                <a:latin typeface="Alfa Slab One"/>
                <a:ea typeface="Alfa Slab One"/>
                <a:cs typeface="Alfa Slab One"/>
                <a:sym typeface="Alfa Slab O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p:txBody>
      </p:sp>
      <p:sp>
        <p:nvSpPr>
          <p:cNvPr id="156" name="Google Shape;156;p13"/>
          <p:cNvSpPr/>
          <p:nvPr/>
        </p:nvSpPr>
        <p:spPr>
          <a:xfrm flipH="1" rot="8924296">
            <a:off x="6638982" y="-1590094"/>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
          <p:cNvSpPr/>
          <p:nvPr/>
        </p:nvSpPr>
        <p:spPr>
          <a:xfrm>
            <a:off x="8629362" y="42169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
          <p:cNvSpPr/>
          <p:nvPr/>
        </p:nvSpPr>
        <p:spPr>
          <a:xfrm flipH="1" rot="1075962">
            <a:off x="-1278748" y="3793507"/>
            <a:ext cx="3203933" cy="3203933"/>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 name="Google Shape;159;p13"/>
          <p:cNvGrpSpPr/>
          <p:nvPr/>
        </p:nvGrpSpPr>
        <p:grpSpPr>
          <a:xfrm flipH="1" rot="10800000">
            <a:off x="-961632" y="-329805"/>
            <a:ext cx="2363572" cy="1263246"/>
            <a:chOff x="-651739" y="4270666"/>
            <a:chExt cx="1946448" cy="1263373"/>
          </a:xfrm>
        </p:grpSpPr>
        <p:sp>
          <p:nvSpPr>
            <p:cNvPr id="160" name="Google Shape;160;p13"/>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61" name="Google Shape;161;p13"/>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62" name="Google Shape;162;p13"/>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163" name="Google Shape;163;p13"/>
          <p:cNvGrpSpPr/>
          <p:nvPr/>
        </p:nvGrpSpPr>
        <p:grpSpPr>
          <a:xfrm flipH="1" rot="10800000">
            <a:off x="7118674" y="4763169"/>
            <a:ext cx="1305325" cy="999875"/>
            <a:chOff x="9508886" y="1898806"/>
            <a:chExt cx="1305325" cy="999875"/>
          </a:xfrm>
        </p:grpSpPr>
        <p:sp>
          <p:nvSpPr>
            <p:cNvPr id="164" name="Google Shape;164;p13"/>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165" name="Google Shape;165;p13"/>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166" name="Google Shape;166;p13"/>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167" name="Google Shape;167;p13"/>
          <p:cNvSpPr/>
          <p:nvPr/>
        </p:nvSpPr>
        <p:spPr>
          <a:xfrm>
            <a:off x="3925187" y="47095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
          <p:cNvSpPr/>
          <p:nvPr/>
        </p:nvSpPr>
        <p:spPr>
          <a:xfrm>
            <a:off x="291487" y="18290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525975" y="4458288"/>
            <a:ext cx="239885" cy="456818"/>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0" name="Shape 170"/>
        <p:cNvGrpSpPr/>
        <p:nvPr/>
      </p:nvGrpSpPr>
      <p:grpSpPr>
        <a:xfrm>
          <a:off x="0" y="0"/>
          <a:ext cx="0" cy="0"/>
          <a:chOff x="0" y="0"/>
          <a:chExt cx="0" cy="0"/>
        </a:xfrm>
      </p:grpSpPr>
      <p:sp>
        <p:nvSpPr>
          <p:cNvPr id="171" name="Google Shape;171;p14"/>
          <p:cNvSpPr txBox="1"/>
          <p:nvPr>
            <p:ph type="title"/>
          </p:nvPr>
        </p:nvSpPr>
        <p:spPr>
          <a:xfrm>
            <a:off x="2873225" y="3442400"/>
            <a:ext cx="33975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None/>
              <a:defRPr sz="22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72" name="Google Shape;172;p14"/>
          <p:cNvSpPr txBox="1"/>
          <p:nvPr>
            <p:ph idx="1" type="subTitle"/>
          </p:nvPr>
        </p:nvSpPr>
        <p:spPr>
          <a:xfrm>
            <a:off x="1896875" y="1024425"/>
            <a:ext cx="5350200" cy="2105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400"/>
              <a:buNone/>
              <a:defRPr sz="2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3" name="Google Shape;173;p14"/>
          <p:cNvSpPr/>
          <p:nvPr/>
        </p:nvSpPr>
        <p:spPr>
          <a:xfrm rot="-2700000">
            <a:off x="5635195" y="4511572"/>
            <a:ext cx="361962" cy="255310"/>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7443687" y="6300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a:off x="1650737" y="39743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rot="180553">
            <a:off x="7019276" y="3037265"/>
            <a:ext cx="3203951" cy="320395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rot="-9077435">
            <a:off x="-1691631" y="-851259"/>
            <a:ext cx="3203929" cy="3203929"/>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 name="Google Shape;178;p14"/>
          <p:cNvGrpSpPr/>
          <p:nvPr/>
        </p:nvGrpSpPr>
        <p:grpSpPr>
          <a:xfrm rot="811208">
            <a:off x="7792789" y="-154731"/>
            <a:ext cx="2363674" cy="1263268"/>
            <a:chOff x="-651739" y="4270666"/>
            <a:chExt cx="1946448" cy="1263373"/>
          </a:xfrm>
        </p:grpSpPr>
        <p:sp>
          <p:nvSpPr>
            <p:cNvPr id="179" name="Google Shape;179;p1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80" name="Google Shape;180;p1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81" name="Google Shape;181;p1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182" name="Google Shape;182;p14"/>
          <p:cNvGrpSpPr/>
          <p:nvPr/>
        </p:nvGrpSpPr>
        <p:grpSpPr>
          <a:xfrm rot="362748">
            <a:off x="-1100874" y="4136239"/>
            <a:ext cx="2363677" cy="1263196"/>
            <a:chOff x="-651739" y="4270666"/>
            <a:chExt cx="1946448" cy="1263373"/>
          </a:xfrm>
        </p:grpSpPr>
        <p:sp>
          <p:nvSpPr>
            <p:cNvPr id="183" name="Google Shape;183;p1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84" name="Google Shape;184;p1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85" name="Google Shape;185;p1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186" name="Google Shape;186;p14"/>
          <p:cNvSpPr/>
          <p:nvPr/>
        </p:nvSpPr>
        <p:spPr>
          <a:xfrm rot="3203641">
            <a:off x="854928" y="2256602"/>
            <a:ext cx="239885" cy="456817"/>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ONE_COLUMN_TEXT_1">
    <p:spTree>
      <p:nvGrpSpPr>
        <p:cNvPr id="187" name="Shape 187"/>
        <p:cNvGrpSpPr/>
        <p:nvPr/>
      </p:nvGrpSpPr>
      <p:grpSpPr>
        <a:xfrm>
          <a:off x="0" y="0"/>
          <a:ext cx="0" cy="0"/>
          <a:chOff x="0" y="0"/>
          <a:chExt cx="0" cy="0"/>
        </a:xfrm>
      </p:grpSpPr>
      <p:sp>
        <p:nvSpPr>
          <p:cNvPr id="188" name="Google Shape;188;p15"/>
          <p:cNvSpPr txBox="1"/>
          <p:nvPr>
            <p:ph type="title"/>
          </p:nvPr>
        </p:nvSpPr>
        <p:spPr>
          <a:xfrm>
            <a:off x="1991650" y="1223250"/>
            <a:ext cx="5183700" cy="15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sz="10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89" name="Google Shape;189;p15"/>
          <p:cNvSpPr txBox="1"/>
          <p:nvPr>
            <p:ph idx="1" type="subTitle"/>
          </p:nvPr>
        </p:nvSpPr>
        <p:spPr>
          <a:xfrm>
            <a:off x="1814100" y="3037875"/>
            <a:ext cx="5538900" cy="7512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0" name="Google Shape;190;p15"/>
          <p:cNvSpPr/>
          <p:nvPr/>
        </p:nvSpPr>
        <p:spPr>
          <a:xfrm>
            <a:off x="6269335" y="2940578"/>
            <a:ext cx="4309343" cy="4309343"/>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flipH="1" rot="5243674">
            <a:off x="-2358967" y="-1873204"/>
            <a:ext cx="4706354" cy="4706354"/>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15"/>
          <p:cNvGrpSpPr/>
          <p:nvPr/>
        </p:nvGrpSpPr>
        <p:grpSpPr>
          <a:xfrm rot="811208">
            <a:off x="7792789" y="-154731"/>
            <a:ext cx="2363674" cy="1263268"/>
            <a:chOff x="-651739" y="4270666"/>
            <a:chExt cx="1946448" cy="1263373"/>
          </a:xfrm>
        </p:grpSpPr>
        <p:sp>
          <p:nvSpPr>
            <p:cNvPr id="193" name="Google Shape;193;p15"/>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94" name="Google Shape;194;p15"/>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95" name="Google Shape;195;p15"/>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196" name="Google Shape;196;p15"/>
          <p:cNvGrpSpPr/>
          <p:nvPr/>
        </p:nvGrpSpPr>
        <p:grpSpPr>
          <a:xfrm rot="362748">
            <a:off x="-1100874" y="4136239"/>
            <a:ext cx="2363677" cy="1263196"/>
            <a:chOff x="-651739" y="4270666"/>
            <a:chExt cx="1946448" cy="1263373"/>
          </a:xfrm>
        </p:grpSpPr>
        <p:sp>
          <p:nvSpPr>
            <p:cNvPr id="197" name="Google Shape;197;p15"/>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98" name="Google Shape;198;p15"/>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199" name="Google Shape;199;p15"/>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200" name="Google Shape;200;p15"/>
          <p:cNvSpPr/>
          <p:nvPr/>
        </p:nvSpPr>
        <p:spPr>
          <a:xfrm rot="1322965">
            <a:off x="796986" y="1135653"/>
            <a:ext cx="239893" cy="456833"/>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5175412" y="43928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3732137" y="3886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
    <p:spTree>
      <p:nvGrpSpPr>
        <p:cNvPr id="203" name="Shape 203"/>
        <p:cNvGrpSpPr/>
        <p:nvPr/>
      </p:nvGrpSpPr>
      <p:grpSpPr>
        <a:xfrm>
          <a:off x="0" y="0"/>
          <a:ext cx="0" cy="0"/>
          <a:chOff x="0" y="0"/>
          <a:chExt cx="0" cy="0"/>
        </a:xfrm>
      </p:grpSpPr>
      <p:sp>
        <p:nvSpPr>
          <p:cNvPr id="204" name="Google Shape;204;p1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05" name="Google Shape;205;p16"/>
          <p:cNvSpPr txBox="1"/>
          <p:nvPr>
            <p:ph idx="1" type="body"/>
          </p:nvPr>
        </p:nvSpPr>
        <p:spPr>
          <a:xfrm>
            <a:off x="720000" y="1215750"/>
            <a:ext cx="7704000" cy="1299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1600"/>
              </a:spcBef>
              <a:spcAft>
                <a:spcPts val="0"/>
              </a:spcAft>
              <a:buSzPts val="1400"/>
              <a:buChar char="■"/>
              <a:defRPr/>
            </a:lvl3pPr>
            <a:lvl4pPr indent="-317500" lvl="3" marL="1828800" rtl="0">
              <a:lnSpc>
                <a:spcPct val="100000"/>
              </a:lnSpc>
              <a:spcBef>
                <a:spcPts val="1600"/>
              </a:spcBef>
              <a:spcAft>
                <a:spcPts val="0"/>
              </a:spcAft>
              <a:buSzPts val="1400"/>
              <a:buChar char="●"/>
              <a:defRPr/>
            </a:lvl4pPr>
            <a:lvl5pPr indent="-317500" lvl="4" marL="2286000" rtl="0">
              <a:lnSpc>
                <a:spcPct val="100000"/>
              </a:lnSpc>
              <a:spcBef>
                <a:spcPts val="1600"/>
              </a:spcBef>
              <a:spcAft>
                <a:spcPts val="0"/>
              </a:spcAft>
              <a:buSzPts val="1400"/>
              <a:buChar char="○"/>
              <a:defRPr/>
            </a:lvl5pPr>
            <a:lvl6pPr indent="-317500" lvl="5" marL="2743200" rtl="0">
              <a:lnSpc>
                <a:spcPct val="100000"/>
              </a:lnSpc>
              <a:spcBef>
                <a:spcPts val="1600"/>
              </a:spcBef>
              <a:spcAft>
                <a:spcPts val="0"/>
              </a:spcAft>
              <a:buSzPts val="1400"/>
              <a:buChar char="■"/>
              <a:defRPr/>
            </a:lvl6pPr>
            <a:lvl7pPr indent="-317500" lvl="6" marL="3200400" rtl="0">
              <a:lnSpc>
                <a:spcPct val="100000"/>
              </a:lnSpc>
              <a:spcBef>
                <a:spcPts val="1600"/>
              </a:spcBef>
              <a:spcAft>
                <a:spcPts val="0"/>
              </a:spcAft>
              <a:buSzPts val="1400"/>
              <a:buChar char="●"/>
              <a:defRPr/>
            </a:lvl7pPr>
            <a:lvl8pPr indent="-317500" lvl="7" marL="3657600" rtl="0">
              <a:lnSpc>
                <a:spcPct val="100000"/>
              </a:lnSpc>
              <a:spcBef>
                <a:spcPts val="1600"/>
              </a:spcBef>
              <a:spcAft>
                <a:spcPts val="0"/>
              </a:spcAft>
              <a:buSzPts val="1400"/>
              <a:buChar char="○"/>
              <a:defRPr/>
            </a:lvl8pPr>
            <a:lvl9pPr indent="-317500" lvl="8" marL="4114800" rtl="0">
              <a:lnSpc>
                <a:spcPct val="100000"/>
              </a:lnSpc>
              <a:spcBef>
                <a:spcPts val="1600"/>
              </a:spcBef>
              <a:spcAft>
                <a:spcPts val="1600"/>
              </a:spcAft>
              <a:buSzPts val="1400"/>
              <a:buChar char="■"/>
              <a:defRPr/>
            </a:lvl9pPr>
          </a:lstStyle>
          <a:p/>
        </p:txBody>
      </p:sp>
      <p:sp>
        <p:nvSpPr>
          <p:cNvPr id="206" name="Google Shape;206;p16"/>
          <p:cNvSpPr/>
          <p:nvPr/>
        </p:nvSpPr>
        <p:spPr>
          <a:xfrm flipH="1" rot="8924296">
            <a:off x="7255432" y="-1973619"/>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 name="Google Shape;207;p16"/>
          <p:cNvGrpSpPr/>
          <p:nvPr/>
        </p:nvGrpSpPr>
        <p:grpSpPr>
          <a:xfrm flipH="1" rot="10800000">
            <a:off x="-961632" y="-329805"/>
            <a:ext cx="2363572" cy="1263246"/>
            <a:chOff x="-651739" y="4270666"/>
            <a:chExt cx="1946448" cy="1263373"/>
          </a:xfrm>
        </p:grpSpPr>
        <p:sp>
          <p:nvSpPr>
            <p:cNvPr id="208" name="Google Shape;208;p16"/>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09" name="Google Shape;209;p16"/>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10" name="Google Shape;210;p16"/>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211" name="Google Shape;211;p16"/>
          <p:cNvGrpSpPr/>
          <p:nvPr/>
        </p:nvGrpSpPr>
        <p:grpSpPr>
          <a:xfrm flipH="1" rot="10800000">
            <a:off x="7118674" y="4763169"/>
            <a:ext cx="1305325" cy="999875"/>
            <a:chOff x="9508886" y="1898806"/>
            <a:chExt cx="1305325" cy="999875"/>
          </a:xfrm>
        </p:grpSpPr>
        <p:sp>
          <p:nvSpPr>
            <p:cNvPr id="212" name="Google Shape;212;p16"/>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213" name="Google Shape;213;p16"/>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214" name="Google Shape;214;p16"/>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215" name="Google Shape;215;p16"/>
          <p:cNvSpPr/>
          <p:nvPr/>
        </p:nvSpPr>
        <p:spPr>
          <a:xfrm flipH="1" rot="1075953">
            <a:off x="-946287" y="4173729"/>
            <a:ext cx="2178767" cy="217876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a:off x="8629362" y="42169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291487" y="18290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3">
    <p:spTree>
      <p:nvGrpSpPr>
        <p:cNvPr id="218" name="Shape 218"/>
        <p:cNvGrpSpPr/>
        <p:nvPr/>
      </p:nvGrpSpPr>
      <p:grpSpPr>
        <a:xfrm>
          <a:off x="0" y="0"/>
          <a:ext cx="0" cy="0"/>
          <a:chOff x="0" y="0"/>
          <a:chExt cx="0" cy="0"/>
        </a:xfrm>
      </p:grpSpPr>
      <p:sp>
        <p:nvSpPr>
          <p:cNvPr id="219" name="Google Shape;219;p17"/>
          <p:cNvSpPr txBox="1"/>
          <p:nvPr>
            <p:ph type="title"/>
          </p:nvPr>
        </p:nvSpPr>
        <p:spPr>
          <a:xfrm>
            <a:off x="720000" y="1104425"/>
            <a:ext cx="4086900" cy="17715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20" name="Google Shape;220;p17"/>
          <p:cNvSpPr txBox="1"/>
          <p:nvPr>
            <p:ph idx="1" type="subTitle"/>
          </p:nvPr>
        </p:nvSpPr>
        <p:spPr>
          <a:xfrm>
            <a:off x="720000" y="2969100"/>
            <a:ext cx="4086900" cy="916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1" name="Google Shape;221;p17"/>
          <p:cNvSpPr/>
          <p:nvPr>
            <p:ph idx="2" type="pic"/>
          </p:nvPr>
        </p:nvSpPr>
        <p:spPr>
          <a:xfrm>
            <a:off x="5426625" y="1153925"/>
            <a:ext cx="2823300" cy="2823300"/>
          </a:xfrm>
          <a:prstGeom prst="roundRect">
            <a:avLst>
              <a:gd fmla="val 16667" name="adj"/>
            </a:avLst>
          </a:prstGeom>
          <a:noFill/>
          <a:ln cap="flat" cmpd="sng" w="76200">
            <a:solidFill>
              <a:schemeClr val="dk2"/>
            </a:solidFill>
            <a:prstDash val="solid"/>
            <a:round/>
            <a:headEnd len="sm" w="sm" type="none"/>
            <a:tailEnd len="sm" w="sm" type="none"/>
          </a:ln>
        </p:spPr>
      </p:sp>
      <p:sp>
        <p:nvSpPr>
          <p:cNvPr id="222" name="Google Shape;222;p17"/>
          <p:cNvSpPr/>
          <p:nvPr/>
        </p:nvSpPr>
        <p:spPr>
          <a:xfrm flipH="1" rot="5601896">
            <a:off x="-855838" y="-1211343"/>
            <a:ext cx="2850204" cy="2850204"/>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
          <p:cNvSpPr/>
          <p:nvPr/>
        </p:nvSpPr>
        <p:spPr>
          <a:xfrm rot="769190">
            <a:off x="7098915" y="3655258"/>
            <a:ext cx="3054766" cy="3054766"/>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7"/>
          <p:cNvSpPr/>
          <p:nvPr/>
        </p:nvSpPr>
        <p:spPr>
          <a:xfrm>
            <a:off x="192562" y="34966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17"/>
          <p:cNvGrpSpPr/>
          <p:nvPr/>
        </p:nvGrpSpPr>
        <p:grpSpPr>
          <a:xfrm rot="811208">
            <a:off x="7792789" y="-154731"/>
            <a:ext cx="2363674" cy="1263268"/>
            <a:chOff x="-651739" y="4270666"/>
            <a:chExt cx="1946448" cy="1263373"/>
          </a:xfrm>
        </p:grpSpPr>
        <p:sp>
          <p:nvSpPr>
            <p:cNvPr id="226" name="Google Shape;226;p1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27" name="Google Shape;227;p1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28" name="Google Shape;228;p1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229" name="Google Shape;229;p17"/>
          <p:cNvGrpSpPr/>
          <p:nvPr/>
        </p:nvGrpSpPr>
        <p:grpSpPr>
          <a:xfrm rot="362748">
            <a:off x="-1100874" y="4136239"/>
            <a:ext cx="2363677" cy="1263196"/>
            <a:chOff x="-651739" y="4270666"/>
            <a:chExt cx="1946448" cy="1263373"/>
          </a:xfrm>
        </p:grpSpPr>
        <p:sp>
          <p:nvSpPr>
            <p:cNvPr id="230" name="Google Shape;230;p1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31" name="Google Shape;231;p1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32" name="Google Shape;232;p1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233" name="Google Shape;233;p17"/>
          <p:cNvSpPr/>
          <p:nvPr/>
        </p:nvSpPr>
        <p:spPr>
          <a:xfrm>
            <a:off x="6072845" y="4385849"/>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
          <p:cNvSpPr/>
          <p:nvPr/>
        </p:nvSpPr>
        <p:spPr>
          <a:xfrm>
            <a:off x="4559487" y="283713"/>
            <a:ext cx="239885" cy="456818"/>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3_1_1">
    <p:spTree>
      <p:nvGrpSpPr>
        <p:cNvPr id="235" name="Shape 235"/>
        <p:cNvGrpSpPr/>
        <p:nvPr/>
      </p:nvGrpSpPr>
      <p:grpSpPr>
        <a:xfrm>
          <a:off x="0" y="0"/>
          <a:ext cx="0" cy="0"/>
          <a:chOff x="0" y="0"/>
          <a:chExt cx="0" cy="0"/>
        </a:xfrm>
      </p:grpSpPr>
      <p:sp>
        <p:nvSpPr>
          <p:cNvPr id="236" name="Google Shape;236;p18"/>
          <p:cNvSpPr txBox="1"/>
          <p:nvPr>
            <p:ph type="title"/>
          </p:nvPr>
        </p:nvSpPr>
        <p:spPr>
          <a:xfrm>
            <a:off x="720000" y="1510975"/>
            <a:ext cx="3146100" cy="1076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37" name="Google Shape;237;p18"/>
          <p:cNvSpPr txBox="1"/>
          <p:nvPr>
            <p:ph idx="1" type="subTitle"/>
          </p:nvPr>
        </p:nvSpPr>
        <p:spPr>
          <a:xfrm>
            <a:off x="720000" y="2691425"/>
            <a:ext cx="3146100" cy="1137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18"/>
          <p:cNvSpPr/>
          <p:nvPr/>
        </p:nvSpPr>
        <p:spPr>
          <a:xfrm flipH="1" rot="6300000">
            <a:off x="-1767143" y="-2003740"/>
            <a:ext cx="4309337" cy="430933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
          <p:cNvSpPr/>
          <p:nvPr/>
        </p:nvSpPr>
        <p:spPr>
          <a:xfrm rot="1375001">
            <a:off x="3742721" y="1700473"/>
            <a:ext cx="7402856" cy="6762669"/>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8"/>
          <p:cNvSpPr/>
          <p:nvPr/>
        </p:nvSpPr>
        <p:spPr>
          <a:xfrm>
            <a:off x="3205045" y="4472274"/>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18"/>
          <p:cNvGrpSpPr/>
          <p:nvPr/>
        </p:nvGrpSpPr>
        <p:grpSpPr>
          <a:xfrm rot="362748">
            <a:off x="-945127" y="4136239"/>
            <a:ext cx="2363677" cy="1263196"/>
            <a:chOff x="-651739" y="4270666"/>
            <a:chExt cx="1946448" cy="1263373"/>
          </a:xfrm>
        </p:grpSpPr>
        <p:sp>
          <p:nvSpPr>
            <p:cNvPr id="242" name="Google Shape;242;p18"/>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43" name="Google Shape;243;p18"/>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44" name="Google Shape;244;p18"/>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245" name="Google Shape;245;p18"/>
          <p:cNvGrpSpPr/>
          <p:nvPr/>
        </p:nvGrpSpPr>
        <p:grpSpPr>
          <a:xfrm rot="811208">
            <a:off x="7948537" y="-154731"/>
            <a:ext cx="2363674" cy="1263268"/>
            <a:chOff x="-651739" y="4270666"/>
            <a:chExt cx="1946448" cy="1263373"/>
          </a:xfrm>
        </p:grpSpPr>
        <p:sp>
          <p:nvSpPr>
            <p:cNvPr id="246" name="Google Shape;246;p18"/>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47" name="Google Shape;247;p18"/>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48" name="Google Shape;248;p18"/>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
    <p:spTree>
      <p:nvGrpSpPr>
        <p:cNvPr id="249" name="Shape 249"/>
        <p:cNvGrpSpPr/>
        <p:nvPr/>
      </p:nvGrpSpPr>
      <p:grpSpPr>
        <a:xfrm>
          <a:off x="0" y="0"/>
          <a:ext cx="0" cy="0"/>
          <a:chOff x="0" y="0"/>
          <a:chExt cx="0" cy="0"/>
        </a:xfrm>
      </p:grpSpPr>
      <p:sp>
        <p:nvSpPr>
          <p:cNvPr id="250" name="Google Shape;250;p19"/>
          <p:cNvSpPr txBox="1"/>
          <p:nvPr>
            <p:ph type="title"/>
          </p:nvPr>
        </p:nvSpPr>
        <p:spPr>
          <a:xfrm>
            <a:off x="5083325" y="1510975"/>
            <a:ext cx="3146100" cy="1076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400"/>
              <a:buNone/>
              <a:defRPr/>
            </a:lvl1pPr>
            <a:lvl2pPr lvl="1" rtl="0" algn="r">
              <a:spcBef>
                <a:spcPts val="0"/>
              </a:spcBef>
              <a:spcAft>
                <a:spcPts val="0"/>
              </a:spcAft>
              <a:buSzPts val="3400"/>
              <a:buNone/>
              <a:defRPr/>
            </a:lvl2pPr>
            <a:lvl3pPr lvl="2" rtl="0" algn="r">
              <a:spcBef>
                <a:spcPts val="0"/>
              </a:spcBef>
              <a:spcAft>
                <a:spcPts val="0"/>
              </a:spcAft>
              <a:buSzPts val="3400"/>
              <a:buNone/>
              <a:defRPr/>
            </a:lvl3pPr>
            <a:lvl4pPr lvl="3" rtl="0" algn="r">
              <a:spcBef>
                <a:spcPts val="0"/>
              </a:spcBef>
              <a:spcAft>
                <a:spcPts val="0"/>
              </a:spcAft>
              <a:buSzPts val="3400"/>
              <a:buNone/>
              <a:defRPr/>
            </a:lvl4pPr>
            <a:lvl5pPr lvl="4" rtl="0" algn="r">
              <a:spcBef>
                <a:spcPts val="0"/>
              </a:spcBef>
              <a:spcAft>
                <a:spcPts val="0"/>
              </a:spcAft>
              <a:buSzPts val="3400"/>
              <a:buNone/>
              <a:defRPr/>
            </a:lvl5pPr>
            <a:lvl6pPr lvl="5" rtl="0" algn="r">
              <a:spcBef>
                <a:spcPts val="0"/>
              </a:spcBef>
              <a:spcAft>
                <a:spcPts val="0"/>
              </a:spcAft>
              <a:buSzPts val="3400"/>
              <a:buNone/>
              <a:defRPr/>
            </a:lvl6pPr>
            <a:lvl7pPr lvl="6" rtl="0" algn="r">
              <a:spcBef>
                <a:spcPts val="0"/>
              </a:spcBef>
              <a:spcAft>
                <a:spcPts val="0"/>
              </a:spcAft>
              <a:buSzPts val="3400"/>
              <a:buNone/>
              <a:defRPr/>
            </a:lvl7pPr>
            <a:lvl8pPr lvl="7" rtl="0" algn="r">
              <a:spcBef>
                <a:spcPts val="0"/>
              </a:spcBef>
              <a:spcAft>
                <a:spcPts val="0"/>
              </a:spcAft>
              <a:buSzPts val="3400"/>
              <a:buNone/>
              <a:defRPr/>
            </a:lvl8pPr>
            <a:lvl9pPr lvl="8" rtl="0" algn="r">
              <a:spcBef>
                <a:spcPts val="0"/>
              </a:spcBef>
              <a:spcAft>
                <a:spcPts val="0"/>
              </a:spcAft>
              <a:buSzPts val="3400"/>
              <a:buNone/>
              <a:defRPr/>
            </a:lvl9pPr>
          </a:lstStyle>
          <a:p/>
        </p:txBody>
      </p:sp>
      <p:sp>
        <p:nvSpPr>
          <p:cNvPr id="251" name="Google Shape;251;p19"/>
          <p:cNvSpPr txBox="1"/>
          <p:nvPr>
            <p:ph idx="1" type="subTitle"/>
          </p:nvPr>
        </p:nvSpPr>
        <p:spPr>
          <a:xfrm>
            <a:off x="5083325" y="2691425"/>
            <a:ext cx="3146100" cy="1263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252" name="Google Shape;252;p19"/>
          <p:cNvSpPr/>
          <p:nvPr/>
        </p:nvSpPr>
        <p:spPr>
          <a:xfrm flipH="1" rot="8924296">
            <a:off x="6638982" y="-1590094"/>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8522212" y="40629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291487" y="18290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flipH="1" rot="-869352">
            <a:off x="-1002719" y="2268314"/>
            <a:ext cx="5695620" cy="5695664"/>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 name="Google Shape;256;p19"/>
          <p:cNvGrpSpPr/>
          <p:nvPr/>
        </p:nvGrpSpPr>
        <p:grpSpPr>
          <a:xfrm flipH="1" rot="10800000">
            <a:off x="-961632" y="-329805"/>
            <a:ext cx="2363572" cy="1263246"/>
            <a:chOff x="-651739" y="4270666"/>
            <a:chExt cx="1946448" cy="1263373"/>
          </a:xfrm>
        </p:grpSpPr>
        <p:sp>
          <p:nvSpPr>
            <p:cNvPr id="257" name="Google Shape;257;p19"/>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58" name="Google Shape;258;p19"/>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59" name="Google Shape;259;p19"/>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260" name="Google Shape;260;p19"/>
          <p:cNvGrpSpPr/>
          <p:nvPr/>
        </p:nvGrpSpPr>
        <p:grpSpPr>
          <a:xfrm flipH="1" rot="-10353226">
            <a:off x="5902704" y="4895507"/>
            <a:ext cx="1305369" cy="999908"/>
            <a:chOff x="9508886" y="1898806"/>
            <a:chExt cx="1305325" cy="999875"/>
          </a:xfrm>
        </p:grpSpPr>
        <p:sp>
          <p:nvSpPr>
            <p:cNvPr id="261" name="Google Shape;261;p19"/>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262" name="Google Shape;262;p19"/>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263" name="Google Shape;263;p19"/>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264" name="Google Shape;264;p19"/>
          <p:cNvSpPr/>
          <p:nvPr/>
        </p:nvSpPr>
        <p:spPr>
          <a:xfrm rot="-2001837">
            <a:off x="1108745" y="708500"/>
            <a:ext cx="361965" cy="255312"/>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
    <p:spTree>
      <p:nvGrpSpPr>
        <p:cNvPr id="265" name="Shape 265"/>
        <p:cNvGrpSpPr/>
        <p:nvPr/>
      </p:nvGrpSpPr>
      <p:grpSpPr>
        <a:xfrm>
          <a:off x="0" y="0"/>
          <a:ext cx="0" cy="0"/>
          <a:chOff x="0" y="0"/>
          <a:chExt cx="0" cy="0"/>
        </a:xfrm>
      </p:grpSpPr>
      <p:sp>
        <p:nvSpPr>
          <p:cNvPr id="266" name="Google Shape;266;p20"/>
          <p:cNvSpPr txBox="1"/>
          <p:nvPr>
            <p:ph type="title"/>
          </p:nvPr>
        </p:nvSpPr>
        <p:spPr>
          <a:xfrm>
            <a:off x="720000" y="1510975"/>
            <a:ext cx="3146100" cy="1076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67" name="Google Shape;267;p20"/>
          <p:cNvSpPr txBox="1"/>
          <p:nvPr>
            <p:ph idx="1" type="subTitle"/>
          </p:nvPr>
        </p:nvSpPr>
        <p:spPr>
          <a:xfrm>
            <a:off x="720000" y="2691425"/>
            <a:ext cx="3146100" cy="1328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8" name="Google Shape;268;p20"/>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0"/>
          <p:cNvSpPr/>
          <p:nvPr/>
        </p:nvSpPr>
        <p:spPr>
          <a:xfrm rot="1540628">
            <a:off x="4097874" y="1628403"/>
            <a:ext cx="6002104" cy="6002104"/>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
          <p:cNvSpPr/>
          <p:nvPr/>
        </p:nvSpPr>
        <p:spPr>
          <a:xfrm flipH="1" rot="-1800038">
            <a:off x="8019176" y="438377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20"/>
          <p:cNvGrpSpPr/>
          <p:nvPr/>
        </p:nvGrpSpPr>
        <p:grpSpPr>
          <a:xfrm>
            <a:off x="-944268" y="4278030"/>
            <a:ext cx="2792374" cy="1492296"/>
            <a:chOff x="-651739" y="4270666"/>
            <a:chExt cx="1946448" cy="1263373"/>
          </a:xfrm>
        </p:grpSpPr>
        <p:sp>
          <p:nvSpPr>
            <p:cNvPr id="273" name="Google Shape;273;p20"/>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74" name="Google Shape;274;p20"/>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75" name="Google Shape;275;p20"/>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276" name="Google Shape;276;p20"/>
          <p:cNvGrpSpPr/>
          <p:nvPr/>
        </p:nvGrpSpPr>
        <p:grpSpPr>
          <a:xfrm rot="-201068">
            <a:off x="7286728" y="-580367"/>
            <a:ext cx="2520678" cy="1347287"/>
            <a:chOff x="-651739" y="4270666"/>
            <a:chExt cx="1946448" cy="1263373"/>
          </a:xfrm>
        </p:grpSpPr>
        <p:sp>
          <p:nvSpPr>
            <p:cNvPr id="277" name="Google Shape;277;p20"/>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78" name="Google Shape;278;p20"/>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79" name="Google Shape;279;p20"/>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280" name="Google Shape;280;p20"/>
          <p:cNvSpPr/>
          <p:nvPr/>
        </p:nvSpPr>
        <p:spPr>
          <a:xfrm flipH="1">
            <a:off x="1385945" y="6623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_1">
    <p:spTree>
      <p:nvGrpSpPr>
        <p:cNvPr id="281" name="Shape 281"/>
        <p:cNvGrpSpPr/>
        <p:nvPr/>
      </p:nvGrpSpPr>
      <p:grpSpPr>
        <a:xfrm>
          <a:off x="0" y="0"/>
          <a:ext cx="0" cy="0"/>
          <a:chOff x="0" y="0"/>
          <a:chExt cx="0" cy="0"/>
        </a:xfrm>
      </p:grpSpPr>
      <p:sp>
        <p:nvSpPr>
          <p:cNvPr id="282" name="Google Shape;282;p21"/>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83" name="Google Shape;283;p21"/>
          <p:cNvSpPr txBox="1"/>
          <p:nvPr>
            <p:ph idx="1" type="body"/>
          </p:nvPr>
        </p:nvSpPr>
        <p:spPr>
          <a:xfrm>
            <a:off x="720000" y="1215750"/>
            <a:ext cx="3795000" cy="3297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1600"/>
              </a:spcBef>
              <a:spcAft>
                <a:spcPts val="0"/>
              </a:spcAft>
              <a:buSzPts val="1400"/>
              <a:buChar char="■"/>
              <a:defRPr/>
            </a:lvl3pPr>
            <a:lvl4pPr indent="-317500" lvl="3" marL="1828800" rtl="0">
              <a:lnSpc>
                <a:spcPct val="100000"/>
              </a:lnSpc>
              <a:spcBef>
                <a:spcPts val="1600"/>
              </a:spcBef>
              <a:spcAft>
                <a:spcPts val="0"/>
              </a:spcAft>
              <a:buSzPts val="1400"/>
              <a:buChar char="●"/>
              <a:defRPr/>
            </a:lvl4pPr>
            <a:lvl5pPr indent="-317500" lvl="4" marL="2286000" rtl="0">
              <a:lnSpc>
                <a:spcPct val="100000"/>
              </a:lnSpc>
              <a:spcBef>
                <a:spcPts val="1600"/>
              </a:spcBef>
              <a:spcAft>
                <a:spcPts val="0"/>
              </a:spcAft>
              <a:buSzPts val="1400"/>
              <a:buChar char="○"/>
              <a:defRPr/>
            </a:lvl5pPr>
            <a:lvl6pPr indent="-317500" lvl="5" marL="2743200" rtl="0">
              <a:lnSpc>
                <a:spcPct val="100000"/>
              </a:lnSpc>
              <a:spcBef>
                <a:spcPts val="1600"/>
              </a:spcBef>
              <a:spcAft>
                <a:spcPts val="0"/>
              </a:spcAft>
              <a:buSzPts val="1400"/>
              <a:buChar char="■"/>
              <a:defRPr/>
            </a:lvl6pPr>
            <a:lvl7pPr indent="-317500" lvl="6" marL="3200400" rtl="0">
              <a:lnSpc>
                <a:spcPct val="100000"/>
              </a:lnSpc>
              <a:spcBef>
                <a:spcPts val="1600"/>
              </a:spcBef>
              <a:spcAft>
                <a:spcPts val="0"/>
              </a:spcAft>
              <a:buSzPts val="1400"/>
              <a:buChar char="●"/>
              <a:defRPr/>
            </a:lvl7pPr>
            <a:lvl8pPr indent="-317500" lvl="7" marL="3657600" rtl="0">
              <a:lnSpc>
                <a:spcPct val="100000"/>
              </a:lnSpc>
              <a:spcBef>
                <a:spcPts val="1600"/>
              </a:spcBef>
              <a:spcAft>
                <a:spcPts val="0"/>
              </a:spcAft>
              <a:buSzPts val="1400"/>
              <a:buChar char="○"/>
              <a:defRPr/>
            </a:lvl8pPr>
            <a:lvl9pPr indent="-317500" lvl="8" marL="4114800" rtl="0">
              <a:lnSpc>
                <a:spcPct val="100000"/>
              </a:lnSpc>
              <a:spcBef>
                <a:spcPts val="1600"/>
              </a:spcBef>
              <a:spcAft>
                <a:spcPts val="1600"/>
              </a:spcAft>
              <a:buSzPts val="1400"/>
              <a:buChar char="■"/>
              <a:defRPr/>
            </a:lvl9pPr>
          </a:lstStyle>
          <a:p/>
        </p:txBody>
      </p:sp>
      <p:sp>
        <p:nvSpPr>
          <p:cNvPr id="284" name="Google Shape;284;p21"/>
          <p:cNvSpPr/>
          <p:nvPr/>
        </p:nvSpPr>
        <p:spPr>
          <a:xfrm rot="-8924296">
            <a:off x="-1355142" y="-1973619"/>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 name="Google Shape;285;p21"/>
          <p:cNvGrpSpPr/>
          <p:nvPr/>
        </p:nvGrpSpPr>
        <p:grpSpPr>
          <a:xfrm rot="10800000">
            <a:off x="7692602" y="-523180"/>
            <a:ext cx="2363572" cy="1263246"/>
            <a:chOff x="-651739" y="4270666"/>
            <a:chExt cx="1946448" cy="1263373"/>
          </a:xfrm>
        </p:grpSpPr>
        <p:sp>
          <p:nvSpPr>
            <p:cNvPr id="286" name="Google Shape;286;p21"/>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87" name="Google Shape;287;p21"/>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288" name="Google Shape;288;p21"/>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289" name="Google Shape;289;p21"/>
          <p:cNvGrpSpPr/>
          <p:nvPr/>
        </p:nvGrpSpPr>
        <p:grpSpPr>
          <a:xfrm rot="10800000">
            <a:off x="680219" y="4763169"/>
            <a:ext cx="1305325" cy="999875"/>
            <a:chOff x="9508886" y="1898806"/>
            <a:chExt cx="1305325" cy="999875"/>
          </a:xfrm>
        </p:grpSpPr>
        <p:sp>
          <p:nvSpPr>
            <p:cNvPr id="290" name="Google Shape;290;p21"/>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291" name="Google Shape;291;p21"/>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292" name="Google Shape;292;p21"/>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293" name="Google Shape;293;p21"/>
          <p:cNvSpPr/>
          <p:nvPr/>
        </p:nvSpPr>
        <p:spPr>
          <a:xfrm rot="-1075953">
            <a:off x="7871738" y="4173729"/>
            <a:ext cx="2178767" cy="217876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1"/>
          <p:cNvSpPr/>
          <p:nvPr/>
        </p:nvSpPr>
        <p:spPr>
          <a:xfrm flipH="1">
            <a:off x="228712" y="42169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flipH="1">
            <a:off x="8566587" y="18290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txBox="1"/>
          <p:nvPr>
            <p:ph idx="2" type="body"/>
          </p:nvPr>
        </p:nvSpPr>
        <p:spPr>
          <a:xfrm>
            <a:off x="4629000" y="1215750"/>
            <a:ext cx="3795000" cy="3297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1600"/>
              </a:spcBef>
              <a:spcAft>
                <a:spcPts val="0"/>
              </a:spcAft>
              <a:buSzPts val="1400"/>
              <a:buChar char="■"/>
              <a:defRPr/>
            </a:lvl3pPr>
            <a:lvl4pPr indent="-317500" lvl="3" marL="1828800" rtl="0">
              <a:lnSpc>
                <a:spcPct val="100000"/>
              </a:lnSpc>
              <a:spcBef>
                <a:spcPts val="1600"/>
              </a:spcBef>
              <a:spcAft>
                <a:spcPts val="0"/>
              </a:spcAft>
              <a:buSzPts val="1400"/>
              <a:buChar char="●"/>
              <a:defRPr/>
            </a:lvl4pPr>
            <a:lvl5pPr indent="-317500" lvl="4" marL="2286000" rtl="0">
              <a:lnSpc>
                <a:spcPct val="100000"/>
              </a:lnSpc>
              <a:spcBef>
                <a:spcPts val="1600"/>
              </a:spcBef>
              <a:spcAft>
                <a:spcPts val="0"/>
              </a:spcAft>
              <a:buSzPts val="1400"/>
              <a:buChar char="○"/>
              <a:defRPr/>
            </a:lvl5pPr>
            <a:lvl6pPr indent="-317500" lvl="5" marL="2743200" rtl="0">
              <a:lnSpc>
                <a:spcPct val="100000"/>
              </a:lnSpc>
              <a:spcBef>
                <a:spcPts val="1600"/>
              </a:spcBef>
              <a:spcAft>
                <a:spcPts val="0"/>
              </a:spcAft>
              <a:buSzPts val="1400"/>
              <a:buChar char="■"/>
              <a:defRPr/>
            </a:lvl6pPr>
            <a:lvl7pPr indent="-317500" lvl="6" marL="3200400" rtl="0">
              <a:lnSpc>
                <a:spcPct val="100000"/>
              </a:lnSpc>
              <a:spcBef>
                <a:spcPts val="1600"/>
              </a:spcBef>
              <a:spcAft>
                <a:spcPts val="0"/>
              </a:spcAft>
              <a:buSzPts val="1400"/>
              <a:buChar char="●"/>
              <a:defRPr/>
            </a:lvl7pPr>
            <a:lvl8pPr indent="-317500" lvl="7" marL="3657600" rtl="0">
              <a:lnSpc>
                <a:spcPct val="100000"/>
              </a:lnSpc>
              <a:spcBef>
                <a:spcPts val="1600"/>
              </a:spcBef>
              <a:spcAft>
                <a:spcPts val="0"/>
              </a:spcAft>
              <a:buSzPts val="1400"/>
              <a:buChar char="○"/>
              <a:defRPr/>
            </a:lvl8pPr>
            <a:lvl9pPr indent="-317500" lvl="8" marL="4114800" rtl="0">
              <a:lnSpc>
                <a:spcPct val="100000"/>
              </a:lnSpc>
              <a:spcBef>
                <a:spcPts val="1600"/>
              </a:spcBef>
              <a:spcAft>
                <a:spcPts val="160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1_1">
    <p:spTree>
      <p:nvGrpSpPr>
        <p:cNvPr id="297" name="Shape 297"/>
        <p:cNvGrpSpPr/>
        <p:nvPr/>
      </p:nvGrpSpPr>
      <p:grpSpPr>
        <a:xfrm>
          <a:off x="0" y="0"/>
          <a:ext cx="0" cy="0"/>
          <a:chOff x="0" y="0"/>
          <a:chExt cx="0" cy="0"/>
        </a:xfrm>
      </p:grpSpPr>
      <p:sp>
        <p:nvSpPr>
          <p:cNvPr id="298" name="Google Shape;298;p22"/>
          <p:cNvSpPr txBox="1"/>
          <p:nvPr>
            <p:ph idx="1" type="subTitle"/>
          </p:nvPr>
        </p:nvSpPr>
        <p:spPr>
          <a:xfrm>
            <a:off x="2832300" y="1679825"/>
            <a:ext cx="5591400" cy="426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299" name="Google Shape;299;p22"/>
          <p:cNvSpPr txBox="1"/>
          <p:nvPr>
            <p:ph idx="2" type="subTitle"/>
          </p:nvPr>
        </p:nvSpPr>
        <p:spPr>
          <a:xfrm>
            <a:off x="2832300" y="3115873"/>
            <a:ext cx="5591400" cy="426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00" name="Google Shape;300;p22"/>
          <p:cNvSpPr txBox="1"/>
          <p:nvPr>
            <p:ph idx="3" type="subTitle"/>
          </p:nvPr>
        </p:nvSpPr>
        <p:spPr>
          <a:xfrm>
            <a:off x="2832150" y="3514650"/>
            <a:ext cx="55917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1" name="Google Shape;301;p22"/>
          <p:cNvSpPr txBox="1"/>
          <p:nvPr>
            <p:ph idx="4" type="subTitle"/>
          </p:nvPr>
        </p:nvSpPr>
        <p:spPr>
          <a:xfrm>
            <a:off x="2832150" y="2077452"/>
            <a:ext cx="55917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2" name="Google Shape;302;p22"/>
          <p:cNvSpPr txBox="1"/>
          <p:nvPr>
            <p:ph type="title"/>
          </p:nvPr>
        </p:nvSpPr>
        <p:spPr>
          <a:xfrm>
            <a:off x="720000" y="521422"/>
            <a:ext cx="77040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03" name="Google Shape;303;p22"/>
          <p:cNvSpPr/>
          <p:nvPr/>
        </p:nvSpPr>
        <p:spPr>
          <a:xfrm rot="-6300016">
            <a:off x="7768877" y="-1473046"/>
            <a:ext cx="2901786" cy="2901786"/>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flipH="1" rot="569019">
            <a:off x="-1932977" y="2232095"/>
            <a:ext cx="6317245" cy="631728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5" name="Google Shape;305;p22"/>
          <p:cNvGrpSpPr/>
          <p:nvPr/>
        </p:nvGrpSpPr>
        <p:grpSpPr>
          <a:xfrm flipH="1" rot="-362802">
            <a:off x="7171526" y="4026636"/>
            <a:ext cx="2849297" cy="1522616"/>
            <a:chOff x="-651739" y="4270666"/>
            <a:chExt cx="1946448" cy="1263373"/>
          </a:xfrm>
        </p:grpSpPr>
        <p:sp>
          <p:nvSpPr>
            <p:cNvPr id="306" name="Google Shape;306;p22"/>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07" name="Google Shape;307;p22"/>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08" name="Google Shape;308;p22"/>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309" name="Google Shape;309;p22"/>
          <p:cNvSpPr/>
          <p:nvPr/>
        </p:nvSpPr>
        <p:spPr>
          <a:xfrm rot="3600041">
            <a:off x="4047042" y="4406361"/>
            <a:ext cx="239890" cy="456827"/>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22"/>
          <p:cNvGrpSpPr/>
          <p:nvPr/>
        </p:nvGrpSpPr>
        <p:grpSpPr>
          <a:xfrm flipH="1" rot="264943">
            <a:off x="-578083" y="-571461"/>
            <a:ext cx="2363776" cy="1263207"/>
            <a:chOff x="-651739" y="4270666"/>
            <a:chExt cx="1946448" cy="1263373"/>
          </a:xfrm>
        </p:grpSpPr>
        <p:sp>
          <p:nvSpPr>
            <p:cNvPr id="311" name="Google Shape;311;p22"/>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12" name="Google Shape;312;p22"/>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13" name="Google Shape;313;p22"/>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_1">
    <p:spTree>
      <p:nvGrpSpPr>
        <p:cNvPr id="314" name="Shape 314"/>
        <p:cNvGrpSpPr/>
        <p:nvPr/>
      </p:nvGrpSpPr>
      <p:grpSpPr>
        <a:xfrm>
          <a:off x="0" y="0"/>
          <a:ext cx="0" cy="0"/>
          <a:chOff x="0" y="0"/>
          <a:chExt cx="0" cy="0"/>
        </a:xfrm>
      </p:grpSpPr>
      <p:sp>
        <p:nvSpPr>
          <p:cNvPr id="315" name="Google Shape;315;p2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16" name="Google Shape;316;p23"/>
          <p:cNvSpPr txBox="1"/>
          <p:nvPr>
            <p:ph idx="1" type="subTitle"/>
          </p:nvPr>
        </p:nvSpPr>
        <p:spPr>
          <a:xfrm>
            <a:off x="4742598" y="1494975"/>
            <a:ext cx="3403500" cy="195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 name="Google Shape;317;p23"/>
          <p:cNvSpPr txBox="1"/>
          <p:nvPr>
            <p:ph idx="2" type="subTitle"/>
          </p:nvPr>
        </p:nvSpPr>
        <p:spPr>
          <a:xfrm>
            <a:off x="997975" y="1494975"/>
            <a:ext cx="3403500" cy="195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8" name="Google Shape;318;p23"/>
          <p:cNvSpPr/>
          <p:nvPr/>
        </p:nvSpPr>
        <p:spPr>
          <a:xfrm flipH="1">
            <a:off x="8552583" y="13323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p:nvPr/>
        </p:nvSpPr>
        <p:spPr>
          <a:xfrm rot="-6357613">
            <a:off x="7690467" y="-1981373"/>
            <a:ext cx="3491965" cy="349196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3"/>
          <p:cNvSpPr/>
          <p:nvPr/>
        </p:nvSpPr>
        <p:spPr>
          <a:xfrm rot="4358541">
            <a:off x="-1365434" y="3507072"/>
            <a:ext cx="3203942" cy="3203942"/>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 name="Google Shape;321;p23"/>
          <p:cNvGrpSpPr/>
          <p:nvPr/>
        </p:nvGrpSpPr>
        <p:grpSpPr>
          <a:xfrm rot="-3529405">
            <a:off x="-584824" y="-154525"/>
            <a:ext cx="2363513" cy="1263197"/>
            <a:chOff x="-651739" y="4270666"/>
            <a:chExt cx="1946448" cy="1263373"/>
          </a:xfrm>
        </p:grpSpPr>
        <p:sp>
          <p:nvSpPr>
            <p:cNvPr id="322" name="Google Shape;322;p23"/>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23" name="Google Shape;323;p23"/>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24" name="Google Shape;324;p23"/>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325" name="Google Shape;325;p23"/>
          <p:cNvGrpSpPr/>
          <p:nvPr/>
        </p:nvGrpSpPr>
        <p:grpSpPr>
          <a:xfrm rot="6885006">
            <a:off x="7480764" y="4027677"/>
            <a:ext cx="2363663" cy="1263291"/>
            <a:chOff x="-651739" y="4270666"/>
            <a:chExt cx="1946448" cy="1263373"/>
          </a:xfrm>
        </p:grpSpPr>
        <p:sp>
          <p:nvSpPr>
            <p:cNvPr id="326" name="Google Shape;326;p23"/>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27" name="Google Shape;327;p23"/>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28" name="Google Shape;328;p23"/>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329" name="Google Shape;329;p23"/>
          <p:cNvSpPr/>
          <p:nvPr/>
        </p:nvSpPr>
        <p:spPr>
          <a:xfrm flipH="1">
            <a:off x="473845" y="1573762"/>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TITLE_AND_TWO_COLUMNS_1_1_1_1_1">
    <p:spTree>
      <p:nvGrpSpPr>
        <p:cNvPr id="330" name="Shape 330"/>
        <p:cNvGrpSpPr/>
        <p:nvPr/>
      </p:nvGrpSpPr>
      <p:grpSpPr>
        <a:xfrm>
          <a:off x="0" y="0"/>
          <a:ext cx="0" cy="0"/>
          <a:chOff x="0" y="0"/>
          <a:chExt cx="0" cy="0"/>
        </a:xfrm>
      </p:grpSpPr>
      <p:sp>
        <p:nvSpPr>
          <p:cNvPr id="331" name="Google Shape;331;p24"/>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rot="1875704">
            <a:off x="6893645"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p:nvPr/>
        </p:nvSpPr>
        <p:spPr>
          <a:xfrm rot="1800038">
            <a:off x="8574776" y="4114849"/>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4"/>
          <p:cNvSpPr/>
          <p:nvPr/>
        </p:nvSpPr>
        <p:spPr>
          <a:xfrm rot="-786143">
            <a:off x="333813" y="4560359"/>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4"/>
          <p:cNvSpPr/>
          <p:nvPr/>
        </p:nvSpPr>
        <p:spPr>
          <a:xfrm flipH="1">
            <a:off x="391720" y="10244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4"/>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24"/>
          <p:cNvGrpSpPr/>
          <p:nvPr/>
        </p:nvGrpSpPr>
        <p:grpSpPr>
          <a:xfrm rot="811208">
            <a:off x="7792789" y="-154731"/>
            <a:ext cx="2363674" cy="1263268"/>
            <a:chOff x="-651739" y="4270666"/>
            <a:chExt cx="1946448" cy="1263373"/>
          </a:xfrm>
        </p:grpSpPr>
        <p:sp>
          <p:nvSpPr>
            <p:cNvPr id="338" name="Google Shape;338;p2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39" name="Google Shape;339;p2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40" name="Google Shape;340;p2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341" name="Google Shape;341;p24"/>
          <p:cNvGrpSpPr/>
          <p:nvPr/>
        </p:nvGrpSpPr>
        <p:grpSpPr>
          <a:xfrm rot="362748">
            <a:off x="-1100874" y="4136239"/>
            <a:ext cx="2363677" cy="1263196"/>
            <a:chOff x="-651739" y="4270666"/>
            <a:chExt cx="1946448" cy="1263373"/>
          </a:xfrm>
        </p:grpSpPr>
        <p:sp>
          <p:nvSpPr>
            <p:cNvPr id="342" name="Google Shape;342;p2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43" name="Google Shape;343;p2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44" name="Google Shape;344;p2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345" name="Google Shape;345;p24"/>
          <p:cNvSpPr txBox="1"/>
          <p:nvPr>
            <p:ph type="title"/>
          </p:nvPr>
        </p:nvSpPr>
        <p:spPr>
          <a:xfrm>
            <a:off x="1265200" y="521225"/>
            <a:ext cx="6613500" cy="112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46" name="Google Shape;346;p24"/>
          <p:cNvSpPr txBox="1"/>
          <p:nvPr>
            <p:ph idx="1" type="subTitle"/>
          </p:nvPr>
        </p:nvSpPr>
        <p:spPr>
          <a:xfrm>
            <a:off x="4742600" y="2869325"/>
            <a:ext cx="34035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200"/>
              <a:buFont typeface="Alfa Slab One"/>
              <a:buNone/>
              <a:defRPr sz="2200">
                <a:latin typeface="Alfa Slab One"/>
                <a:ea typeface="Alfa Slab One"/>
                <a:cs typeface="Alfa Slab One"/>
                <a:sym typeface="Alfa Slab One"/>
              </a:defRPr>
            </a:lvl1pPr>
            <a:lvl2pPr lvl="1"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2pPr>
            <a:lvl3pPr lvl="2"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3pPr>
            <a:lvl4pPr lvl="3"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4pPr>
            <a:lvl5pPr lvl="4"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5pPr>
            <a:lvl6pPr lvl="5"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6pPr>
            <a:lvl7pPr lvl="6"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7pPr>
            <a:lvl8pPr lvl="7"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8pPr>
            <a:lvl9pPr lvl="8"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9pPr>
          </a:lstStyle>
          <a:p/>
        </p:txBody>
      </p:sp>
      <p:sp>
        <p:nvSpPr>
          <p:cNvPr id="347" name="Google Shape;347;p24"/>
          <p:cNvSpPr txBox="1"/>
          <p:nvPr>
            <p:ph idx="2" type="subTitle"/>
          </p:nvPr>
        </p:nvSpPr>
        <p:spPr>
          <a:xfrm>
            <a:off x="997975" y="2869325"/>
            <a:ext cx="34035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200"/>
              <a:buFont typeface="Alfa Slab One"/>
              <a:buNone/>
              <a:defRPr sz="2200">
                <a:latin typeface="Alfa Slab One"/>
                <a:ea typeface="Alfa Slab One"/>
                <a:cs typeface="Alfa Slab One"/>
                <a:sym typeface="Alfa Slab One"/>
              </a:defRPr>
            </a:lvl1pPr>
            <a:lvl2pPr lvl="1"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2pPr>
            <a:lvl3pPr lvl="2"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3pPr>
            <a:lvl4pPr lvl="3"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4pPr>
            <a:lvl5pPr lvl="4"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5pPr>
            <a:lvl6pPr lvl="5"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6pPr>
            <a:lvl7pPr lvl="6"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7pPr>
            <a:lvl8pPr lvl="7"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8pPr>
            <a:lvl9pPr lvl="8" rtl="0" algn="ctr">
              <a:lnSpc>
                <a:spcPct val="100000"/>
              </a:lnSpc>
              <a:spcBef>
                <a:spcPts val="0"/>
              </a:spcBef>
              <a:spcAft>
                <a:spcPts val="0"/>
              </a:spcAft>
              <a:buSzPts val="2200"/>
              <a:buFont typeface="Alfa Slab One"/>
              <a:buNone/>
              <a:defRPr sz="2200">
                <a:latin typeface="Alfa Slab One"/>
                <a:ea typeface="Alfa Slab One"/>
                <a:cs typeface="Alfa Slab One"/>
                <a:sym typeface="Alfa Slab One"/>
              </a:defRPr>
            </a:lvl9pPr>
          </a:lstStyle>
          <a:p/>
        </p:txBody>
      </p:sp>
      <p:sp>
        <p:nvSpPr>
          <p:cNvPr id="348" name="Google Shape;348;p24"/>
          <p:cNvSpPr txBox="1"/>
          <p:nvPr>
            <p:ph idx="3" type="body"/>
          </p:nvPr>
        </p:nvSpPr>
        <p:spPr>
          <a:xfrm>
            <a:off x="997975" y="3387300"/>
            <a:ext cx="3403500" cy="1126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49" name="Google Shape;349;p24"/>
          <p:cNvSpPr txBox="1"/>
          <p:nvPr>
            <p:ph idx="4" type="body"/>
          </p:nvPr>
        </p:nvSpPr>
        <p:spPr>
          <a:xfrm>
            <a:off x="4742600" y="3387300"/>
            <a:ext cx="3403500" cy="1126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50" name="Shape 350"/>
        <p:cNvGrpSpPr/>
        <p:nvPr/>
      </p:nvGrpSpPr>
      <p:grpSpPr>
        <a:xfrm>
          <a:off x="0" y="0"/>
          <a:ext cx="0" cy="0"/>
          <a:chOff x="0" y="0"/>
          <a:chExt cx="0" cy="0"/>
        </a:xfrm>
      </p:grpSpPr>
      <p:sp>
        <p:nvSpPr>
          <p:cNvPr id="351" name="Google Shape;351;p25"/>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52" name="Google Shape;352;p25"/>
          <p:cNvSpPr txBox="1"/>
          <p:nvPr>
            <p:ph idx="1" type="subTitle"/>
          </p:nvPr>
        </p:nvSpPr>
        <p:spPr>
          <a:xfrm>
            <a:off x="739750" y="3434441"/>
            <a:ext cx="24651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3" name="Google Shape;353;p25"/>
          <p:cNvSpPr txBox="1"/>
          <p:nvPr>
            <p:ph idx="2" type="subTitle"/>
          </p:nvPr>
        </p:nvSpPr>
        <p:spPr>
          <a:xfrm>
            <a:off x="3339441" y="3434441"/>
            <a:ext cx="24651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4" name="Google Shape;354;p25"/>
          <p:cNvSpPr txBox="1"/>
          <p:nvPr>
            <p:ph idx="3" type="subTitle"/>
          </p:nvPr>
        </p:nvSpPr>
        <p:spPr>
          <a:xfrm>
            <a:off x="5939132" y="3434441"/>
            <a:ext cx="24651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5" name="Google Shape;355;p25"/>
          <p:cNvSpPr txBox="1"/>
          <p:nvPr>
            <p:ph idx="4" type="subTitle"/>
          </p:nvPr>
        </p:nvSpPr>
        <p:spPr>
          <a:xfrm>
            <a:off x="739750" y="2546838"/>
            <a:ext cx="2465100" cy="918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56" name="Google Shape;356;p25"/>
          <p:cNvSpPr txBox="1"/>
          <p:nvPr>
            <p:ph idx="5" type="subTitle"/>
          </p:nvPr>
        </p:nvSpPr>
        <p:spPr>
          <a:xfrm>
            <a:off x="3339439" y="2546838"/>
            <a:ext cx="2465100" cy="918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57" name="Google Shape;357;p25"/>
          <p:cNvSpPr txBox="1"/>
          <p:nvPr>
            <p:ph idx="6" type="subTitle"/>
          </p:nvPr>
        </p:nvSpPr>
        <p:spPr>
          <a:xfrm>
            <a:off x="5939127" y="2546838"/>
            <a:ext cx="2465100" cy="918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58" name="Google Shape;358;p25"/>
          <p:cNvSpPr/>
          <p:nvPr/>
        </p:nvSpPr>
        <p:spPr>
          <a:xfrm rot="-9575364">
            <a:off x="-1711385" y="-1706784"/>
            <a:ext cx="3491972" cy="3491972"/>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rot="1875704">
            <a:off x="6893645" y="3507966"/>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 name="Google Shape;360;p25"/>
          <p:cNvGrpSpPr/>
          <p:nvPr/>
        </p:nvGrpSpPr>
        <p:grpSpPr>
          <a:xfrm rot="811208">
            <a:off x="7096939" y="-215231"/>
            <a:ext cx="2363674" cy="1263268"/>
            <a:chOff x="-651739" y="4270666"/>
            <a:chExt cx="1946448" cy="1263373"/>
          </a:xfrm>
        </p:grpSpPr>
        <p:sp>
          <p:nvSpPr>
            <p:cNvPr id="361" name="Google Shape;361;p25"/>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62" name="Google Shape;362;p25"/>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63" name="Google Shape;363;p25"/>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364" name="Google Shape;364;p25"/>
          <p:cNvSpPr/>
          <p:nvPr/>
        </p:nvSpPr>
        <p:spPr>
          <a:xfrm rot="-2001837">
            <a:off x="88933" y="1436225"/>
            <a:ext cx="361965" cy="255312"/>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5"/>
          <p:cNvSpPr/>
          <p:nvPr/>
        </p:nvSpPr>
        <p:spPr>
          <a:xfrm>
            <a:off x="8629362" y="42169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 name="Google Shape;366;p25"/>
          <p:cNvGrpSpPr/>
          <p:nvPr/>
        </p:nvGrpSpPr>
        <p:grpSpPr>
          <a:xfrm flipH="1" rot="-7409104">
            <a:off x="-514399" y="4665724"/>
            <a:ext cx="1305279" cy="999839"/>
            <a:chOff x="9508886" y="1898806"/>
            <a:chExt cx="1305325" cy="999875"/>
          </a:xfrm>
        </p:grpSpPr>
        <p:sp>
          <p:nvSpPr>
            <p:cNvPr id="367" name="Google Shape;367;p25"/>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368" name="Google Shape;368;p25"/>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369" name="Google Shape;369;p25"/>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370" name="Google Shape;370;p25"/>
          <p:cNvSpPr/>
          <p:nvPr/>
        </p:nvSpPr>
        <p:spPr>
          <a:xfrm>
            <a:off x="3925187" y="47095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2_1">
    <p:spTree>
      <p:nvGrpSpPr>
        <p:cNvPr id="371" name="Shape 371"/>
        <p:cNvGrpSpPr/>
        <p:nvPr/>
      </p:nvGrpSpPr>
      <p:grpSpPr>
        <a:xfrm>
          <a:off x="0" y="0"/>
          <a:ext cx="0" cy="0"/>
          <a:chOff x="0" y="0"/>
          <a:chExt cx="0" cy="0"/>
        </a:xfrm>
      </p:grpSpPr>
      <p:sp>
        <p:nvSpPr>
          <p:cNvPr id="372" name="Google Shape;372;p26"/>
          <p:cNvSpPr txBox="1"/>
          <p:nvPr>
            <p:ph type="title"/>
          </p:nvPr>
        </p:nvSpPr>
        <p:spPr>
          <a:xfrm>
            <a:off x="720000" y="521422"/>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73" name="Google Shape;373;p26"/>
          <p:cNvSpPr txBox="1"/>
          <p:nvPr>
            <p:ph idx="1" type="subTitle"/>
          </p:nvPr>
        </p:nvSpPr>
        <p:spPr>
          <a:xfrm>
            <a:off x="937700" y="3675025"/>
            <a:ext cx="2175300" cy="63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4" name="Google Shape;374;p26"/>
          <p:cNvSpPr txBox="1"/>
          <p:nvPr>
            <p:ph idx="2" type="subTitle"/>
          </p:nvPr>
        </p:nvSpPr>
        <p:spPr>
          <a:xfrm>
            <a:off x="3484422" y="3675025"/>
            <a:ext cx="2175300" cy="63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5" name="Google Shape;375;p26"/>
          <p:cNvSpPr txBox="1"/>
          <p:nvPr>
            <p:ph idx="3" type="subTitle"/>
          </p:nvPr>
        </p:nvSpPr>
        <p:spPr>
          <a:xfrm>
            <a:off x="6031150" y="3675025"/>
            <a:ext cx="2175300" cy="63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6" name="Google Shape;376;p26"/>
          <p:cNvSpPr txBox="1"/>
          <p:nvPr>
            <p:ph idx="4" type="subTitle"/>
          </p:nvPr>
        </p:nvSpPr>
        <p:spPr>
          <a:xfrm>
            <a:off x="937700" y="3221425"/>
            <a:ext cx="2175300" cy="453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77" name="Google Shape;377;p26"/>
          <p:cNvSpPr txBox="1"/>
          <p:nvPr>
            <p:ph idx="5" type="subTitle"/>
          </p:nvPr>
        </p:nvSpPr>
        <p:spPr>
          <a:xfrm>
            <a:off x="3477488" y="3221425"/>
            <a:ext cx="2175300" cy="453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78" name="Google Shape;378;p26"/>
          <p:cNvSpPr txBox="1"/>
          <p:nvPr>
            <p:ph idx="6" type="subTitle"/>
          </p:nvPr>
        </p:nvSpPr>
        <p:spPr>
          <a:xfrm>
            <a:off x="6031138" y="3221425"/>
            <a:ext cx="2175300" cy="453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79" name="Google Shape;379;p26"/>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6"/>
          <p:cNvSpPr/>
          <p:nvPr/>
        </p:nvSpPr>
        <p:spPr>
          <a:xfrm rot="1875704">
            <a:off x="6893645"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6"/>
          <p:cNvSpPr/>
          <p:nvPr/>
        </p:nvSpPr>
        <p:spPr>
          <a:xfrm flipH="1" rot="-1800038">
            <a:off x="8526601" y="444232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6"/>
          <p:cNvSpPr/>
          <p:nvPr/>
        </p:nvSpPr>
        <p:spPr>
          <a:xfrm rot="-786143">
            <a:off x="194513" y="40878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6"/>
          <p:cNvSpPr/>
          <p:nvPr/>
        </p:nvSpPr>
        <p:spPr>
          <a:xfrm flipH="1">
            <a:off x="391720" y="10244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6"/>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26"/>
          <p:cNvGrpSpPr/>
          <p:nvPr/>
        </p:nvGrpSpPr>
        <p:grpSpPr>
          <a:xfrm rot="-539535">
            <a:off x="-275848" y="4576629"/>
            <a:ext cx="2363620" cy="1263236"/>
            <a:chOff x="-651739" y="4270666"/>
            <a:chExt cx="1946448" cy="1263373"/>
          </a:xfrm>
        </p:grpSpPr>
        <p:sp>
          <p:nvSpPr>
            <p:cNvPr id="386" name="Google Shape;386;p26"/>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87" name="Google Shape;387;p26"/>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388" name="Google Shape;388;p26"/>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389" name="Google Shape;389;p26"/>
          <p:cNvGrpSpPr/>
          <p:nvPr/>
        </p:nvGrpSpPr>
        <p:grpSpPr>
          <a:xfrm>
            <a:off x="7118686" y="-728969"/>
            <a:ext cx="1305325" cy="999875"/>
            <a:chOff x="9508886" y="1898806"/>
            <a:chExt cx="1305325" cy="999875"/>
          </a:xfrm>
        </p:grpSpPr>
        <p:sp>
          <p:nvSpPr>
            <p:cNvPr id="390" name="Google Shape;390;p26"/>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391" name="Google Shape;391;p26"/>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392" name="Google Shape;392;p26"/>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93" name="Shape 393"/>
        <p:cNvGrpSpPr/>
        <p:nvPr/>
      </p:nvGrpSpPr>
      <p:grpSpPr>
        <a:xfrm>
          <a:off x="0" y="0"/>
          <a:ext cx="0" cy="0"/>
          <a:chOff x="0" y="0"/>
          <a:chExt cx="0" cy="0"/>
        </a:xfrm>
      </p:grpSpPr>
      <p:sp>
        <p:nvSpPr>
          <p:cNvPr id="394" name="Google Shape;394;p27"/>
          <p:cNvSpPr txBox="1"/>
          <p:nvPr>
            <p:ph idx="1" type="subTitle"/>
          </p:nvPr>
        </p:nvSpPr>
        <p:spPr>
          <a:xfrm>
            <a:off x="1930250" y="1529723"/>
            <a:ext cx="2342100" cy="79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95" name="Google Shape;395;p27"/>
          <p:cNvSpPr txBox="1"/>
          <p:nvPr>
            <p:ph idx="2" type="subTitle"/>
          </p:nvPr>
        </p:nvSpPr>
        <p:spPr>
          <a:xfrm>
            <a:off x="1930250" y="2951691"/>
            <a:ext cx="2342100" cy="79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96" name="Google Shape;396;p27"/>
          <p:cNvSpPr txBox="1"/>
          <p:nvPr>
            <p:ph idx="3" type="subTitle"/>
          </p:nvPr>
        </p:nvSpPr>
        <p:spPr>
          <a:xfrm>
            <a:off x="4871776" y="1529723"/>
            <a:ext cx="2342100" cy="7956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97" name="Google Shape;397;p27"/>
          <p:cNvSpPr txBox="1"/>
          <p:nvPr>
            <p:ph idx="4" type="subTitle"/>
          </p:nvPr>
        </p:nvSpPr>
        <p:spPr>
          <a:xfrm>
            <a:off x="4871776" y="2951691"/>
            <a:ext cx="2342100" cy="7956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398" name="Google Shape;398;p27"/>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99" name="Google Shape;399;p27"/>
          <p:cNvSpPr txBox="1"/>
          <p:nvPr>
            <p:ph idx="5" type="subTitle"/>
          </p:nvPr>
        </p:nvSpPr>
        <p:spPr>
          <a:xfrm>
            <a:off x="1930250" y="2243223"/>
            <a:ext cx="2342100" cy="53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0" name="Google Shape;400;p27"/>
          <p:cNvSpPr txBox="1"/>
          <p:nvPr>
            <p:ph idx="6" type="subTitle"/>
          </p:nvPr>
        </p:nvSpPr>
        <p:spPr>
          <a:xfrm>
            <a:off x="4871775" y="2243223"/>
            <a:ext cx="2342100" cy="535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1" name="Google Shape;401;p27"/>
          <p:cNvSpPr txBox="1"/>
          <p:nvPr>
            <p:ph idx="7" type="subTitle"/>
          </p:nvPr>
        </p:nvSpPr>
        <p:spPr>
          <a:xfrm>
            <a:off x="1930250" y="3665347"/>
            <a:ext cx="2342100" cy="53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2" name="Google Shape;402;p27"/>
          <p:cNvSpPr txBox="1"/>
          <p:nvPr>
            <p:ph idx="8" type="subTitle"/>
          </p:nvPr>
        </p:nvSpPr>
        <p:spPr>
          <a:xfrm>
            <a:off x="4871775" y="3665347"/>
            <a:ext cx="2342100" cy="535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3" name="Google Shape;403;p27"/>
          <p:cNvSpPr/>
          <p:nvPr/>
        </p:nvSpPr>
        <p:spPr>
          <a:xfrm rot="-6300000">
            <a:off x="7259911" y="-2202440"/>
            <a:ext cx="4309337" cy="430933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flipH="1" rot="-1375004">
            <a:off x="-1344788" y="3628032"/>
            <a:ext cx="3836573" cy="350480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392520" y="4730399"/>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27"/>
          <p:cNvGrpSpPr/>
          <p:nvPr/>
        </p:nvGrpSpPr>
        <p:grpSpPr>
          <a:xfrm flipH="1" rot="-811208">
            <a:off x="-1045880" y="-154731"/>
            <a:ext cx="2363674" cy="1263268"/>
            <a:chOff x="-651739" y="4270666"/>
            <a:chExt cx="1946448" cy="1263373"/>
          </a:xfrm>
        </p:grpSpPr>
        <p:sp>
          <p:nvSpPr>
            <p:cNvPr id="407" name="Google Shape;407;p2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08" name="Google Shape;408;p2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09" name="Google Shape;409;p2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410" name="Google Shape;410;p27"/>
          <p:cNvGrpSpPr/>
          <p:nvPr/>
        </p:nvGrpSpPr>
        <p:grpSpPr>
          <a:xfrm flipH="1" rot="-362748">
            <a:off x="7847779" y="4136239"/>
            <a:ext cx="2363677" cy="1263196"/>
            <a:chOff x="-651739" y="4270666"/>
            <a:chExt cx="1946448" cy="1263373"/>
          </a:xfrm>
        </p:grpSpPr>
        <p:sp>
          <p:nvSpPr>
            <p:cNvPr id="411" name="Google Shape;411;p2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12" name="Google Shape;412;p2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13" name="Google Shape;413;p2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414" name="Google Shape;414;p27"/>
          <p:cNvSpPr/>
          <p:nvPr/>
        </p:nvSpPr>
        <p:spPr>
          <a:xfrm flipH="1">
            <a:off x="8300933" y="43928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flipH="1">
            <a:off x="2436445" y="1331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flipH="1" rot="-1800038">
            <a:off x="8652526" y="1347286"/>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_1">
    <p:spTree>
      <p:nvGrpSpPr>
        <p:cNvPr id="417" name="Shape 417"/>
        <p:cNvGrpSpPr/>
        <p:nvPr/>
      </p:nvGrpSpPr>
      <p:grpSpPr>
        <a:xfrm>
          <a:off x="0" y="0"/>
          <a:ext cx="0" cy="0"/>
          <a:chOff x="0" y="0"/>
          <a:chExt cx="0" cy="0"/>
        </a:xfrm>
      </p:grpSpPr>
      <p:sp>
        <p:nvSpPr>
          <p:cNvPr id="418" name="Google Shape;418;p28"/>
          <p:cNvSpPr txBox="1"/>
          <p:nvPr>
            <p:ph type="title"/>
          </p:nvPr>
        </p:nvSpPr>
        <p:spPr>
          <a:xfrm>
            <a:off x="1608775" y="521425"/>
            <a:ext cx="5926500" cy="108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19" name="Google Shape;419;p28"/>
          <p:cNvSpPr txBox="1"/>
          <p:nvPr>
            <p:ph idx="1" type="subTitle"/>
          </p:nvPr>
        </p:nvSpPr>
        <p:spPr>
          <a:xfrm>
            <a:off x="720000" y="2434559"/>
            <a:ext cx="22065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0" name="Google Shape;420;p28"/>
          <p:cNvSpPr txBox="1"/>
          <p:nvPr>
            <p:ph idx="2" type="subTitle"/>
          </p:nvPr>
        </p:nvSpPr>
        <p:spPr>
          <a:xfrm>
            <a:off x="6217500" y="2434559"/>
            <a:ext cx="22065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1" name="Google Shape;421;p28"/>
          <p:cNvSpPr txBox="1"/>
          <p:nvPr>
            <p:ph idx="3" type="subTitle"/>
          </p:nvPr>
        </p:nvSpPr>
        <p:spPr>
          <a:xfrm>
            <a:off x="720000" y="3892597"/>
            <a:ext cx="22065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2" name="Google Shape;422;p28"/>
          <p:cNvSpPr txBox="1"/>
          <p:nvPr>
            <p:ph idx="4" type="subTitle"/>
          </p:nvPr>
        </p:nvSpPr>
        <p:spPr>
          <a:xfrm>
            <a:off x="6217500" y="3892597"/>
            <a:ext cx="2206500" cy="61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23" name="Google Shape;423;p28"/>
          <p:cNvSpPr txBox="1"/>
          <p:nvPr>
            <p:ph idx="5" type="subTitle"/>
          </p:nvPr>
        </p:nvSpPr>
        <p:spPr>
          <a:xfrm>
            <a:off x="720000" y="1658581"/>
            <a:ext cx="2206500" cy="9111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24" name="Google Shape;424;p28"/>
          <p:cNvSpPr txBox="1"/>
          <p:nvPr>
            <p:ph idx="6" type="subTitle"/>
          </p:nvPr>
        </p:nvSpPr>
        <p:spPr>
          <a:xfrm>
            <a:off x="720000" y="3133919"/>
            <a:ext cx="2206500" cy="9111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25" name="Google Shape;425;p28"/>
          <p:cNvSpPr txBox="1"/>
          <p:nvPr>
            <p:ph idx="7" type="subTitle"/>
          </p:nvPr>
        </p:nvSpPr>
        <p:spPr>
          <a:xfrm>
            <a:off x="6217500" y="1658401"/>
            <a:ext cx="2206500" cy="9111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26" name="Google Shape;426;p28"/>
          <p:cNvSpPr txBox="1"/>
          <p:nvPr>
            <p:ph idx="8" type="subTitle"/>
          </p:nvPr>
        </p:nvSpPr>
        <p:spPr>
          <a:xfrm>
            <a:off x="6217500" y="3133919"/>
            <a:ext cx="2206500" cy="9111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27" name="Google Shape;427;p28"/>
          <p:cNvSpPr/>
          <p:nvPr/>
        </p:nvSpPr>
        <p:spPr>
          <a:xfrm rot="-5601917">
            <a:off x="7533622" y="-2317336"/>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flipH="1" rot="-1664052">
            <a:off x="-1376287" y="3764332"/>
            <a:ext cx="3597795" cy="3597844"/>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9" name="Google Shape;429;p28"/>
          <p:cNvGrpSpPr/>
          <p:nvPr/>
        </p:nvGrpSpPr>
        <p:grpSpPr>
          <a:xfrm flipH="1" rot="-362748">
            <a:off x="7581696" y="4178264"/>
            <a:ext cx="2363677" cy="1263196"/>
            <a:chOff x="-651739" y="4270666"/>
            <a:chExt cx="1946448" cy="1263373"/>
          </a:xfrm>
        </p:grpSpPr>
        <p:sp>
          <p:nvSpPr>
            <p:cNvPr id="430" name="Google Shape;430;p28"/>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31" name="Google Shape;431;p28"/>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32" name="Google Shape;432;p28"/>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433" name="Google Shape;433;p28"/>
          <p:cNvGrpSpPr/>
          <p:nvPr/>
        </p:nvGrpSpPr>
        <p:grpSpPr>
          <a:xfrm flipH="1" rot="-811208">
            <a:off x="-840464" y="-251156"/>
            <a:ext cx="2363674" cy="1263268"/>
            <a:chOff x="-651739" y="4270666"/>
            <a:chExt cx="1946448" cy="1263373"/>
          </a:xfrm>
        </p:grpSpPr>
        <p:sp>
          <p:nvSpPr>
            <p:cNvPr id="434" name="Google Shape;434;p28"/>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35" name="Google Shape;435;p28"/>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36" name="Google Shape;436;p28"/>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437" name="Shape 437"/>
        <p:cNvGrpSpPr/>
        <p:nvPr/>
      </p:nvGrpSpPr>
      <p:grpSpPr>
        <a:xfrm>
          <a:off x="0" y="0"/>
          <a:ext cx="0" cy="0"/>
          <a:chOff x="0" y="0"/>
          <a:chExt cx="0" cy="0"/>
        </a:xfrm>
      </p:grpSpPr>
      <p:sp>
        <p:nvSpPr>
          <p:cNvPr id="438" name="Google Shape;438;p29"/>
          <p:cNvSpPr txBox="1"/>
          <p:nvPr>
            <p:ph type="title"/>
          </p:nvPr>
        </p:nvSpPr>
        <p:spPr>
          <a:xfrm>
            <a:off x="1343025" y="522800"/>
            <a:ext cx="6458100" cy="1123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39" name="Google Shape;439;p29"/>
          <p:cNvSpPr txBox="1"/>
          <p:nvPr>
            <p:ph idx="1" type="subTitle"/>
          </p:nvPr>
        </p:nvSpPr>
        <p:spPr>
          <a:xfrm>
            <a:off x="2173350" y="2697375"/>
            <a:ext cx="2232000" cy="403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40" name="Google Shape;440;p29"/>
          <p:cNvSpPr txBox="1"/>
          <p:nvPr>
            <p:ph idx="2" type="subTitle"/>
          </p:nvPr>
        </p:nvSpPr>
        <p:spPr>
          <a:xfrm>
            <a:off x="882278" y="4024800"/>
            <a:ext cx="2232000" cy="36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41" name="Google Shape;441;p29"/>
          <p:cNvSpPr txBox="1"/>
          <p:nvPr>
            <p:ph idx="3" type="subTitle"/>
          </p:nvPr>
        </p:nvSpPr>
        <p:spPr>
          <a:xfrm>
            <a:off x="3455982" y="4024800"/>
            <a:ext cx="2232000" cy="36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42" name="Google Shape;442;p29"/>
          <p:cNvSpPr txBox="1"/>
          <p:nvPr>
            <p:ph idx="4" type="subTitle"/>
          </p:nvPr>
        </p:nvSpPr>
        <p:spPr>
          <a:xfrm>
            <a:off x="4738700" y="2697375"/>
            <a:ext cx="2232000" cy="403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43" name="Google Shape;443;p29"/>
          <p:cNvSpPr txBox="1"/>
          <p:nvPr>
            <p:ph idx="5" type="subTitle"/>
          </p:nvPr>
        </p:nvSpPr>
        <p:spPr>
          <a:xfrm>
            <a:off x="6029656" y="4024800"/>
            <a:ext cx="2232000" cy="36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44" name="Google Shape;444;p29"/>
          <p:cNvSpPr txBox="1"/>
          <p:nvPr>
            <p:ph idx="6" type="subTitle"/>
          </p:nvPr>
        </p:nvSpPr>
        <p:spPr>
          <a:xfrm>
            <a:off x="2173350" y="1921250"/>
            <a:ext cx="2232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45" name="Google Shape;445;p29"/>
          <p:cNvSpPr txBox="1"/>
          <p:nvPr>
            <p:ph idx="7" type="subTitle"/>
          </p:nvPr>
        </p:nvSpPr>
        <p:spPr>
          <a:xfrm>
            <a:off x="4738701" y="1921250"/>
            <a:ext cx="2232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46" name="Google Shape;446;p29"/>
          <p:cNvSpPr txBox="1"/>
          <p:nvPr>
            <p:ph idx="8" type="subTitle"/>
          </p:nvPr>
        </p:nvSpPr>
        <p:spPr>
          <a:xfrm>
            <a:off x="882150" y="3248700"/>
            <a:ext cx="2232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47" name="Google Shape;447;p29"/>
          <p:cNvSpPr txBox="1"/>
          <p:nvPr>
            <p:ph idx="9" type="subTitle"/>
          </p:nvPr>
        </p:nvSpPr>
        <p:spPr>
          <a:xfrm>
            <a:off x="3456108" y="3248700"/>
            <a:ext cx="2232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48" name="Google Shape;448;p29"/>
          <p:cNvSpPr txBox="1"/>
          <p:nvPr>
            <p:ph idx="13" type="subTitle"/>
          </p:nvPr>
        </p:nvSpPr>
        <p:spPr>
          <a:xfrm>
            <a:off x="6029656" y="3248700"/>
            <a:ext cx="2232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49" name="Google Shape;449;p29"/>
          <p:cNvSpPr/>
          <p:nvPr/>
        </p:nvSpPr>
        <p:spPr>
          <a:xfrm flipH="1" rot="9142080">
            <a:off x="6903279" y="-210345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flipH="1" rot="-1875704">
            <a:off x="-1033587"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p:nvPr/>
        </p:nvSpPr>
        <p:spPr>
          <a:xfrm flipH="1" rot="786143">
            <a:off x="7915518" y="47144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261283" y="14058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3" name="Google Shape;453;p29"/>
          <p:cNvGrpSpPr/>
          <p:nvPr/>
        </p:nvGrpSpPr>
        <p:grpSpPr>
          <a:xfrm flipH="1" rot="-811208">
            <a:off x="-1015428" y="-193256"/>
            <a:ext cx="2363674" cy="1263268"/>
            <a:chOff x="-651739" y="4270666"/>
            <a:chExt cx="1946448" cy="1263373"/>
          </a:xfrm>
        </p:grpSpPr>
        <p:sp>
          <p:nvSpPr>
            <p:cNvPr id="454" name="Google Shape;454;p29"/>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55" name="Google Shape;455;p29"/>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56" name="Google Shape;456;p29"/>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457" name="Google Shape;457;p29"/>
          <p:cNvGrpSpPr/>
          <p:nvPr/>
        </p:nvGrpSpPr>
        <p:grpSpPr>
          <a:xfrm flipH="1" rot="-362748">
            <a:off x="7801182" y="4136239"/>
            <a:ext cx="2363677" cy="1263196"/>
            <a:chOff x="-651739" y="4270666"/>
            <a:chExt cx="1946448" cy="1263373"/>
          </a:xfrm>
        </p:grpSpPr>
        <p:sp>
          <p:nvSpPr>
            <p:cNvPr id="458" name="Google Shape;458;p29"/>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59" name="Google Shape;459;p29"/>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60" name="Google Shape;460;p29"/>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461" name="Google Shape;461;p29"/>
          <p:cNvSpPr/>
          <p:nvPr/>
        </p:nvSpPr>
        <p:spPr>
          <a:xfrm>
            <a:off x="5664833" y="1247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2" name="Shape 462"/>
        <p:cNvGrpSpPr/>
        <p:nvPr/>
      </p:nvGrpSpPr>
      <p:grpSpPr>
        <a:xfrm>
          <a:off x="0" y="0"/>
          <a:ext cx="0" cy="0"/>
          <a:chOff x="0" y="0"/>
          <a:chExt cx="0" cy="0"/>
        </a:xfrm>
      </p:grpSpPr>
      <p:sp>
        <p:nvSpPr>
          <p:cNvPr id="463" name="Google Shape;463;p30"/>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64" name="Google Shape;464;p30"/>
          <p:cNvSpPr txBox="1"/>
          <p:nvPr>
            <p:ph idx="1" type="subTitle"/>
          </p:nvPr>
        </p:nvSpPr>
        <p:spPr>
          <a:xfrm>
            <a:off x="971200" y="2215150"/>
            <a:ext cx="21783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65" name="Google Shape;465;p30"/>
          <p:cNvSpPr txBox="1"/>
          <p:nvPr>
            <p:ph idx="2" type="subTitle"/>
          </p:nvPr>
        </p:nvSpPr>
        <p:spPr>
          <a:xfrm>
            <a:off x="3482876" y="2215150"/>
            <a:ext cx="21783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66" name="Google Shape;466;p30"/>
          <p:cNvSpPr txBox="1"/>
          <p:nvPr>
            <p:ph idx="3" type="subTitle"/>
          </p:nvPr>
        </p:nvSpPr>
        <p:spPr>
          <a:xfrm>
            <a:off x="971200" y="3724750"/>
            <a:ext cx="21783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67" name="Google Shape;467;p30"/>
          <p:cNvSpPr txBox="1"/>
          <p:nvPr>
            <p:ph idx="4" type="subTitle"/>
          </p:nvPr>
        </p:nvSpPr>
        <p:spPr>
          <a:xfrm>
            <a:off x="3482876" y="3724750"/>
            <a:ext cx="21783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68" name="Google Shape;468;p30"/>
          <p:cNvSpPr txBox="1"/>
          <p:nvPr>
            <p:ph idx="5" type="subTitle"/>
          </p:nvPr>
        </p:nvSpPr>
        <p:spPr>
          <a:xfrm>
            <a:off x="5994524" y="2215150"/>
            <a:ext cx="21783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69" name="Google Shape;469;p30"/>
          <p:cNvSpPr txBox="1"/>
          <p:nvPr>
            <p:ph idx="6" type="subTitle"/>
          </p:nvPr>
        </p:nvSpPr>
        <p:spPr>
          <a:xfrm>
            <a:off x="5994524" y="3724750"/>
            <a:ext cx="21783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70" name="Google Shape;470;p30"/>
          <p:cNvSpPr txBox="1"/>
          <p:nvPr>
            <p:ph idx="7" type="subTitle"/>
          </p:nvPr>
        </p:nvSpPr>
        <p:spPr>
          <a:xfrm>
            <a:off x="1173875" y="1439025"/>
            <a:ext cx="1773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71" name="Google Shape;471;p30"/>
          <p:cNvSpPr txBox="1"/>
          <p:nvPr>
            <p:ph idx="8" type="subTitle"/>
          </p:nvPr>
        </p:nvSpPr>
        <p:spPr>
          <a:xfrm>
            <a:off x="3685489" y="1439025"/>
            <a:ext cx="1773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72" name="Google Shape;472;p30"/>
          <p:cNvSpPr txBox="1"/>
          <p:nvPr>
            <p:ph idx="9" type="subTitle"/>
          </p:nvPr>
        </p:nvSpPr>
        <p:spPr>
          <a:xfrm>
            <a:off x="6197177" y="1439025"/>
            <a:ext cx="1773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73" name="Google Shape;473;p30"/>
          <p:cNvSpPr txBox="1"/>
          <p:nvPr>
            <p:ph idx="13" type="subTitle"/>
          </p:nvPr>
        </p:nvSpPr>
        <p:spPr>
          <a:xfrm>
            <a:off x="1173875" y="2948650"/>
            <a:ext cx="1773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74" name="Google Shape;474;p30"/>
          <p:cNvSpPr txBox="1"/>
          <p:nvPr>
            <p:ph idx="14" type="subTitle"/>
          </p:nvPr>
        </p:nvSpPr>
        <p:spPr>
          <a:xfrm>
            <a:off x="3685489" y="2948650"/>
            <a:ext cx="1773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75" name="Google Shape;475;p30"/>
          <p:cNvSpPr txBox="1"/>
          <p:nvPr>
            <p:ph idx="15" type="subTitle"/>
          </p:nvPr>
        </p:nvSpPr>
        <p:spPr>
          <a:xfrm>
            <a:off x="6197177" y="2948650"/>
            <a:ext cx="1773000" cy="869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2"/>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lt2"/>
              </a:buClr>
              <a:buSzPts val="2200"/>
              <a:buFont typeface="Alata"/>
              <a:buNone/>
              <a:defRPr b="1" sz="2200">
                <a:solidFill>
                  <a:schemeClr val="lt2"/>
                </a:solidFill>
                <a:latin typeface="Alata"/>
                <a:ea typeface="Alata"/>
                <a:cs typeface="Alata"/>
                <a:sym typeface="Alata"/>
              </a:defRPr>
            </a:lvl2pPr>
            <a:lvl3pPr lvl="2"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3pPr>
            <a:lvl4pPr lvl="3"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4pPr>
            <a:lvl5pPr lvl="4"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5pPr>
            <a:lvl6pPr lvl="5"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6pPr>
            <a:lvl7pPr lvl="6"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7pPr>
            <a:lvl8pPr lvl="7" rtl="0" algn="ctr">
              <a:spcBef>
                <a:spcPts val="1600"/>
              </a:spcBef>
              <a:spcAft>
                <a:spcPts val="0"/>
              </a:spcAft>
              <a:buClr>
                <a:schemeClr val="lt2"/>
              </a:buClr>
              <a:buSzPts val="2200"/>
              <a:buFont typeface="Alata"/>
              <a:buNone/>
              <a:defRPr b="1" sz="2200">
                <a:solidFill>
                  <a:schemeClr val="lt2"/>
                </a:solidFill>
                <a:latin typeface="Alata"/>
                <a:ea typeface="Alata"/>
                <a:cs typeface="Alata"/>
                <a:sym typeface="Alata"/>
              </a:defRPr>
            </a:lvl8pPr>
            <a:lvl9pPr lvl="8" rtl="0" algn="ctr">
              <a:spcBef>
                <a:spcPts val="1600"/>
              </a:spcBef>
              <a:spcAft>
                <a:spcPts val="1600"/>
              </a:spcAft>
              <a:buClr>
                <a:schemeClr val="lt2"/>
              </a:buClr>
              <a:buSzPts val="2200"/>
              <a:buFont typeface="Alata"/>
              <a:buNone/>
              <a:defRPr b="1" sz="2200">
                <a:solidFill>
                  <a:schemeClr val="lt2"/>
                </a:solidFill>
                <a:latin typeface="Alata"/>
                <a:ea typeface="Alata"/>
                <a:cs typeface="Alata"/>
                <a:sym typeface="Alata"/>
              </a:defRPr>
            </a:lvl9pPr>
          </a:lstStyle>
          <a:p/>
        </p:txBody>
      </p:sp>
      <p:sp>
        <p:nvSpPr>
          <p:cNvPr id="476" name="Google Shape;476;p30"/>
          <p:cNvSpPr/>
          <p:nvPr/>
        </p:nvSpPr>
        <p:spPr>
          <a:xfrm flipH="1" rot="5601917">
            <a:off x="-2291228" y="-1947086"/>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rot="1664052">
            <a:off x="6872442" y="3499207"/>
            <a:ext cx="3597795" cy="3597844"/>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30"/>
          <p:cNvGrpSpPr/>
          <p:nvPr/>
        </p:nvGrpSpPr>
        <p:grpSpPr>
          <a:xfrm rot="362748">
            <a:off x="-875849" y="4178264"/>
            <a:ext cx="2363677" cy="1263196"/>
            <a:chOff x="-651739" y="4270666"/>
            <a:chExt cx="1946448" cy="1263373"/>
          </a:xfrm>
        </p:grpSpPr>
        <p:sp>
          <p:nvSpPr>
            <p:cNvPr id="479" name="Google Shape;479;p30"/>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80" name="Google Shape;480;p30"/>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81" name="Google Shape;481;p30"/>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482" name="Google Shape;482;p30"/>
          <p:cNvGrpSpPr/>
          <p:nvPr/>
        </p:nvGrpSpPr>
        <p:grpSpPr>
          <a:xfrm rot="811208">
            <a:off x="7546314" y="-251156"/>
            <a:ext cx="2363674" cy="1263268"/>
            <a:chOff x="-651739" y="4270666"/>
            <a:chExt cx="1946448" cy="1263373"/>
          </a:xfrm>
        </p:grpSpPr>
        <p:sp>
          <p:nvSpPr>
            <p:cNvPr id="483" name="Google Shape;483;p30"/>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84" name="Google Shape;484;p30"/>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85" name="Google Shape;485;p30"/>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486" name="Google Shape;486;p30"/>
          <p:cNvSpPr/>
          <p:nvPr/>
        </p:nvSpPr>
        <p:spPr>
          <a:xfrm rot="1800038">
            <a:off x="2279414" y="4486161"/>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87" name="Shape 487"/>
        <p:cNvGrpSpPr/>
        <p:nvPr/>
      </p:nvGrpSpPr>
      <p:grpSpPr>
        <a:xfrm>
          <a:off x="0" y="0"/>
          <a:ext cx="0" cy="0"/>
          <a:chOff x="0" y="0"/>
          <a:chExt cx="0" cy="0"/>
        </a:xfrm>
      </p:grpSpPr>
      <p:sp>
        <p:nvSpPr>
          <p:cNvPr id="488" name="Google Shape;488;p31"/>
          <p:cNvSpPr txBox="1"/>
          <p:nvPr>
            <p:ph hasCustomPrompt="1" type="title"/>
          </p:nvPr>
        </p:nvSpPr>
        <p:spPr>
          <a:xfrm>
            <a:off x="2972064" y="742855"/>
            <a:ext cx="5452200" cy="66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89" name="Google Shape;489;p31"/>
          <p:cNvSpPr txBox="1"/>
          <p:nvPr>
            <p:ph idx="1" type="subTitle"/>
          </p:nvPr>
        </p:nvSpPr>
        <p:spPr>
          <a:xfrm>
            <a:off x="2972049" y="1438729"/>
            <a:ext cx="5452200" cy="312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90" name="Google Shape;490;p31"/>
          <p:cNvSpPr txBox="1"/>
          <p:nvPr>
            <p:ph hasCustomPrompt="1" idx="2" type="title"/>
          </p:nvPr>
        </p:nvSpPr>
        <p:spPr>
          <a:xfrm>
            <a:off x="2972064" y="2009205"/>
            <a:ext cx="5452200" cy="66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91" name="Google Shape;491;p31"/>
          <p:cNvSpPr txBox="1"/>
          <p:nvPr>
            <p:ph idx="3" type="subTitle"/>
          </p:nvPr>
        </p:nvSpPr>
        <p:spPr>
          <a:xfrm>
            <a:off x="2972049" y="2705080"/>
            <a:ext cx="5452200" cy="312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92" name="Google Shape;492;p31"/>
          <p:cNvSpPr txBox="1"/>
          <p:nvPr>
            <p:ph hasCustomPrompt="1" idx="4" type="title"/>
          </p:nvPr>
        </p:nvSpPr>
        <p:spPr>
          <a:xfrm>
            <a:off x="2972064" y="3275556"/>
            <a:ext cx="5452200" cy="66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93" name="Google Shape;493;p31"/>
          <p:cNvSpPr txBox="1"/>
          <p:nvPr>
            <p:ph idx="5" type="subTitle"/>
          </p:nvPr>
        </p:nvSpPr>
        <p:spPr>
          <a:xfrm>
            <a:off x="2972049" y="3971430"/>
            <a:ext cx="5452200" cy="312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1"/>
              </a:buClr>
              <a:buSzPts val="2400"/>
              <a:buFont typeface="PT Sans"/>
              <a:buNone/>
              <a:defRPr sz="1600"/>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94" name="Google Shape;494;p31"/>
          <p:cNvSpPr/>
          <p:nvPr/>
        </p:nvSpPr>
        <p:spPr>
          <a:xfrm rot="-6902175">
            <a:off x="7662610" y="-2443601"/>
            <a:ext cx="4309347" cy="430934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1"/>
          <p:cNvSpPr/>
          <p:nvPr/>
        </p:nvSpPr>
        <p:spPr>
          <a:xfrm flipH="1" rot="569024">
            <a:off x="-1981372" y="1696123"/>
            <a:ext cx="5230816" cy="523085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31"/>
          <p:cNvGrpSpPr/>
          <p:nvPr/>
        </p:nvGrpSpPr>
        <p:grpSpPr>
          <a:xfrm flipH="1" rot="-422023">
            <a:off x="-943899" y="-423854"/>
            <a:ext cx="2363647" cy="1263146"/>
            <a:chOff x="-651739" y="4270666"/>
            <a:chExt cx="1946448" cy="1263373"/>
          </a:xfrm>
        </p:grpSpPr>
        <p:sp>
          <p:nvSpPr>
            <p:cNvPr id="497" name="Google Shape;497;p31"/>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98" name="Google Shape;498;p31"/>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499" name="Google Shape;499;p31"/>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500" name="Google Shape;500;p31"/>
          <p:cNvGrpSpPr/>
          <p:nvPr/>
        </p:nvGrpSpPr>
        <p:grpSpPr>
          <a:xfrm flipH="1" rot="-362802">
            <a:off x="7107451" y="4051299"/>
            <a:ext cx="2849297" cy="1522616"/>
            <a:chOff x="-651739" y="4270666"/>
            <a:chExt cx="1946448" cy="1263373"/>
          </a:xfrm>
        </p:grpSpPr>
        <p:sp>
          <p:nvSpPr>
            <p:cNvPr id="501" name="Google Shape;501;p31"/>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02" name="Google Shape;502;p31"/>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03" name="Google Shape;503;p31"/>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504" name="Google Shape;504;p31"/>
          <p:cNvSpPr/>
          <p:nvPr/>
        </p:nvSpPr>
        <p:spPr>
          <a:xfrm>
            <a:off x="2890470" y="4684949"/>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1"/>
          <p:cNvSpPr/>
          <p:nvPr/>
        </p:nvSpPr>
        <p:spPr>
          <a:xfrm rot="3600041">
            <a:off x="7091067" y="4674623"/>
            <a:ext cx="239890" cy="456827"/>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1"/>
          <p:cNvSpPr/>
          <p:nvPr/>
        </p:nvSpPr>
        <p:spPr>
          <a:xfrm>
            <a:off x="8670937" y="2906712"/>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1"/>
          <p:cNvSpPr/>
          <p:nvPr/>
        </p:nvSpPr>
        <p:spPr>
          <a:xfrm>
            <a:off x="4269687" y="2242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508" name="Shape 508"/>
        <p:cNvGrpSpPr/>
        <p:nvPr/>
      </p:nvGrpSpPr>
      <p:grpSpPr>
        <a:xfrm>
          <a:off x="0" y="0"/>
          <a:ext cx="0" cy="0"/>
          <a:chOff x="0" y="0"/>
          <a:chExt cx="0" cy="0"/>
        </a:xfrm>
      </p:grpSpPr>
      <p:sp>
        <p:nvSpPr>
          <p:cNvPr id="509" name="Google Shape;509;p32"/>
          <p:cNvSpPr txBox="1"/>
          <p:nvPr>
            <p:ph idx="1" type="subTitle"/>
          </p:nvPr>
        </p:nvSpPr>
        <p:spPr>
          <a:xfrm>
            <a:off x="1101125" y="3386735"/>
            <a:ext cx="1986000" cy="40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dk1"/>
              </a:buClr>
              <a:buSzPts val="2200"/>
              <a:buFont typeface="Alata"/>
              <a:buNone/>
              <a:defRPr b="1" sz="2200">
                <a:solidFill>
                  <a:schemeClr val="dk1"/>
                </a:solidFill>
                <a:latin typeface="Alata"/>
                <a:ea typeface="Alata"/>
                <a:cs typeface="Alata"/>
                <a:sym typeface="Alata"/>
              </a:defRPr>
            </a:lvl2pPr>
            <a:lvl3pPr lvl="2"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3pPr>
            <a:lvl4pPr lvl="3"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4pPr>
            <a:lvl5pPr lvl="4"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5pPr>
            <a:lvl6pPr lvl="5"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6pPr>
            <a:lvl7pPr lvl="6"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7pPr>
            <a:lvl8pPr lvl="7"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8pPr>
            <a:lvl9pPr lvl="8" rtl="0" algn="ctr">
              <a:spcBef>
                <a:spcPts val="1600"/>
              </a:spcBef>
              <a:spcAft>
                <a:spcPts val="1600"/>
              </a:spcAft>
              <a:buClr>
                <a:schemeClr val="dk1"/>
              </a:buClr>
              <a:buSzPts val="2200"/>
              <a:buFont typeface="Alata"/>
              <a:buNone/>
              <a:defRPr b="1" sz="2200">
                <a:solidFill>
                  <a:schemeClr val="dk1"/>
                </a:solidFill>
                <a:latin typeface="Alata"/>
                <a:ea typeface="Alata"/>
                <a:cs typeface="Alata"/>
                <a:sym typeface="Alata"/>
              </a:defRPr>
            </a:lvl9pPr>
          </a:lstStyle>
          <a:p/>
        </p:txBody>
      </p:sp>
      <p:sp>
        <p:nvSpPr>
          <p:cNvPr id="510" name="Google Shape;510;p32"/>
          <p:cNvSpPr txBox="1"/>
          <p:nvPr>
            <p:ph idx="2" type="subTitle"/>
          </p:nvPr>
        </p:nvSpPr>
        <p:spPr>
          <a:xfrm>
            <a:off x="3578975" y="3386735"/>
            <a:ext cx="1986000" cy="40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dk1"/>
              </a:buClr>
              <a:buSzPts val="2200"/>
              <a:buFont typeface="Alata"/>
              <a:buNone/>
              <a:defRPr b="1" sz="2200">
                <a:solidFill>
                  <a:schemeClr val="dk1"/>
                </a:solidFill>
                <a:latin typeface="Alata"/>
                <a:ea typeface="Alata"/>
                <a:cs typeface="Alata"/>
                <a:sym typeface="Alata"/>
              </a:defRPr>
            </a:lvl2pPr>
            <a:lvl3pPr lvl="2"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3pPr>
            <a:lvl4pPr lvl="3"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4pPr>
            <a:lvl5pPr lvl="4"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5pPr>
            <a:lvl6pPr lvl="5"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6pPr>
            <a:lvl7pPr lvl="6"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7pPr>
            <a:lvl8pPr lvl="7"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8pPr>
            <a:lvl9pPr lvl="8" rtl="0" algn="ctr">
              <a:spcBef>
                <a:spcPts val="1600"/>
              </a:spcBef>
              <a:spcAft>
                <a:spcPts val="1600"/>
              </a:spcAft>
              <a:buClr>
                <a:schemeClr val="dk1"/>
              </a:buClr>
              <a:buSzPts val="2200"/>
              <a:buFont typeface="Alata"/>
              <a:buNone/>
              <a:defRPr b="1" sz="2200">
                <a:solidFill>
                  <a:schemeClr val="dk1"/>
                </a:solidFill>
                <a:latin typeface="Alata"/>
                <a:ea typeface="Alata"/>
                <a:cs typeface="Alata"/>
                <a:sym typeface="Alata"/>
              </a:defRPr>
            </a:lvl9pPr>
          </a:lstStyle>
          <a:p/>
        </p:txBody>
      </p:sp>
      <p:sp>
        <p:nvSpPr>
          <p:cNvPr id="511" name="Google Shape;511;p32"/>
          <p:cNvSpPr txBox="1"/>
          <p:nvPr>
            <p:ph idx="3" type="subTitle"/>
          </p:nvPr>
        </p:nvSpPr>
        <p:spPr>
          <a:xfrm>
            <a:off x="6056775" y="3386735"/>
            <a:ext cx="1986000" cy="406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200"/>
              <a:buFont typeface="Alata"/>
              <a:buNone/>
              <a:defRPr sz="2200">
                <a:solidFill>
                  <a:schemeClr val="dk1"/>
                </a:solidFill>
                <a:latin typeface="Alfa Slab One"/>
                <a:ea typeface="Alfa Slab One"/>
                <a:cs typeface="Alfa Slab One"/>
                <a:sym typeface="Alfa Slab One"/>
              </a:defRPr>
            </a:lvl1pPr>
            <a:lvl2pPr lvl="1" rtl="0" algn="ctr">
              <a:spcBef>
                <a:spcPts val="0"/>
              </a:spcBef>
              <a:spcAft>
                <a:spcPts val="0"/>
              </a:spcAft>
              <a:buClr>
                <a:schemeClr val="dk1"/>
              </a:buClr>
              <a:buSzPts val="2200"/>
              <a:buFont typeface="Alata"/>
              <a:buNone/>
              <a:defRPr b="1" sz="2200">
                <a:solidFill>
                  <a:schemeClr val="dk1"/>
                </a:solidFill>
                <a:latin typeface="Alata"/>
                <a:ea typeface="Alata"/>
                <a:cs typeface="Alata"/>
                <a:sym typeface="Alata"/>
              </a:defRPr>
            </a:lvl2pPr>
            <a:lvl3pPr lvl="2"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3pPr>
            <a:lvl4pPr lvl="3"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4pPr>
            <a:lvl5pPr lvl="4"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5pPr>
            <a:lvl6pPr lvl="5"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6pPr>
            <a:lvl7pPr lvl="6"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7pPr>
            <a:lvl8pPr lvl="7" rtl="0" algn="ctr">
              <a:spcBef>
                <a:spcPts val="1600"/>
              </a:spcBef>
              <a:spcAft>
                <a:spcPts val="0"/>
              </a:spcAft>
              <a:buClr>
                <a:schemeClr val="dk1"/>
              </a:buClr>
              <a:buSzPts val="2200"/>
              <a:buFont typeface="Alata"/>
              <a:buNone/>
              <a:defRPr b="1" sz="2200">
                <a:solidFill>
                  <a:schemeClr val="dk1"/>
                </a:solidFill>
                <a:latin typeface="Alata"/>
                <a:ea typeface="Alata"/>
                <a:cs typeface="Alata"/>
                <a:sym typeface="Alata"/>
              </a:defRPr>
            </a:lvl8pPr>
            <a:lvl9pPr lvl="8" rtl="0" algn="ctr">
              <a:spcBef>
                <a:spcPts val="1600"/>
              </a:spcBef>
              <a:spcAft>
                <a:spcPts val="1600"/>
              </a:spcAft>
              <a:buClr>
                <a:schemeClr val="dk1"/>
              </a:buClr>
              <a:buSzPts val="2200"/>
              <a:buFont typeface="Alata"/>
              <a:buNone/>
              <a:defRPr b="1" sz="2200">
                <a:solidFill>
                  <a:schemeClr val="dk1"/>
                </a:solidFill>
                <a:latin typeface="Alata"/>
                <a:ea typeface="Alata"/>
                <a:cs typeface="Alata"/>
                <a:sym typeface="Alata"/>
              </a:defRPr>
            </a:lvl9pPr>
          </a:lstStyle>
          <a:p/>
        </p:txBody>
      </p:sp>
      <p:sp>
        <p:nvSpPr>
          <p:cNvPr id="512" name="Google Shape;512;p32"/>
          <p:cNvSpPr txBox="1"/>
          <p:nvPr>
            <p:ph idx="4" type="subTitle"/>
          </p:nvPr>
        </p:nvSpPr>
        <p:spPr>
          <a:xfrm>
            <a:off x="1101175" y="3759531"/>
            <a:ext cx="1986000" cy="699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13" name="Google Shape;513;p32"/>
          <p:cNvSpPr txBox="1"/>
          <p:nvPr>
            <p:ph idx="5" type="subTitle"/>
          </p:nvPr>
        </p:nvSpPr>
        <p:spPr>
          <a:xfrm>
            <a:off x="3578947" y="3759531"/>
            <a:ext cx="1986000" cy="699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14" name="Google Shape;514;p32"/>
          <p:cNvSpPr txBox="1"/>
          <p:nvPr>
            <p:ph idx="6" type="subTitle"/>
          </p:nvPr>
        </p:nvSpPr>
        <p:spPr>
          <a:xfrm>
            <a:off x="6056775" y="3759531"/>
            <a:ext cx="1986000" cy="699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15" name="Google Shape;515;p32"/>
          <p:cNvSpPr txBox="1"/>
          <p:nvPr>
            <p:ph hasCustomPrompt="1" type="title"/>
          </p:nvPr>
        </p:nvSpPr>
        <p:spPr>
          <a:xfrm>
            <a:off x="1448875" y="2112038"/>
            <a:ext cx="1290600" cy="406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16" name="Google Shape;516;p32"/>
          <p:cNvSpPr txBox="1"/>
          <p:nvPr>
            <p:ph hasCustomPrompt="1" idx="7" type="title"/>
          </p:nvPr>
        </p:nvSpPr>
        <p:spPr>
          <a:xfrm>
            <a:off x="3926700" y="2112038"/>
            <a:ext cx="1290600" cy="406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17" name="Google Shape;517;p32"/>
          <p:cNvSpPr txBox="1"/>
          <p:nvPr>
            <p:ph hasCustomPrompt="1" idx="8" type="title"/>
          </p:nvPr>
        </p:nvSpPr>
        <p:spPr>
          <a:xfrm>
            <a:off x="6404525" y="2112038"/>
            <a:ext cx="1290600" cy="406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18" name="Google Shape;518;p32"/>
          <p:cNvSpPr txBox="1"/>
          <p:nvPr>
            <p:ph idx="9" type="title"/>
          </p:nvPr>
        </p:nvSpPr>
        <p:spPr>
          <a:xfrm>
            <a:off x="720000" y="521422"/>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19" name="Google Shape;519;p32"/>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2"/>
          <p:cNvSpPr/>
          <p:nvPr/>
        </p:nvSpPr>
        <p:spPr>
          <a:xfrm rot="1875704">
            <a:off x="6893645"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2"/>
          <p:cNvSpPr/>
          <p:nvPr/>
        </p:nvSpPr>
        <p:spPr>
          <a:xfrm flipH="1" rot="-1800038">
            <a:off x="8526601" y="444232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2"/>
          <p:cNvSpPr/>
          <p:nvPr/>
        </p:nvSpPr>
        <p:spPr>
          <a:xfrm rot="-786143">
            <a:off x="194513" y="40878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2"/>
          <p:cNvSpPr/>
          <p:nvPr/>
        </p:nvSpPr>
        <p:spPr>
          <a:xfrm flipH="1">
            <a:off x="391720" y="10244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 name="Google Shape;524;p32"/>
          <p:cNvGrpSpPr/>
          <p:nvPr/>
        </p:nvGrpSpPr>
        <p:grpSpPr>
          <a:xfrm rot="-539535">
            <a:off x="-275848" y="4576629"/>
            <a:ext cx="2363620" cy="1263236"/>
            <a:chOff x="-651739" y="4270666"/>
            <a:chExt cx="1946448" cy="1263373"/>
          </a:xfrm>
        </p:grpSpPr>
        <p:sp>
          <p:nvSpPr>
            <p:cNvPr id="525" name="Google Shape;525;p32"/>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26" name="Google Shape;526;p32"/>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27" name="Google Shape;527;p32"/>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528" name="Google Shape;528;p32"/>
          <p:cNvGrpSpPr/>
          <p:nvPr/>
        </p:nvGrpSpPr>
        <p:grpSpPr>
          <a:xfrm>
            <a:off x="7118686" y="-728969"/>
            <a:ext cx="1305325" cy="999875"/>
            <a:chOff x="9508886" y="1898806"/>
            <a:chExt cx="1305325" cy="999875"/>
          </a:xfrm>
        </p:grpSpPr>
        <p:sp>
          <p:nvSpPr>
            <p:cNvPr id="529" name="Google Shape;529;p32"/>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530" name="Google Shape;530;p32"/>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531" name="Google Shape;531;p32"/>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532" name="Google Shape;532;p32"/>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33" name="Shape 533"/>
        <p:cNvGrpSpPr/>
        <p:nvPr/>
      </p:nvGrpSpPr>
      <p:grpSpPr>
        <a:xfrm>
          <a:off x="0" y="0"/>
          <a:ext cx="0" cy="0"/>
          <a:chOff x="0" y="0"/>
          <a:chExt cx="0" cy="0"/>
        </a:xfrm>
      </p:grpSpPr>
      <p:sp>
        <p:nvSpPr>
          <p:cNvPr id="534" name="Google Shape;534;p33"/>
          <p:cNvSpPr/>
          <p:nvPr/>
        </p:nvSpPr>
        <p:spPr>
          <a:xfrm flipH="1" rot="5601917">
            <a:off x="-2287678" y="-1172811"/>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3"/>
          <p:cNvSpPr txBox="1"/>
          <p:nvPr>
            <p:ph type="title"/>
          </p:nvPr>
        </p:nvSpPr>
        <p:spPr>
          <a:xfrm>
            <a:off x="720000" y="1992225"/>
            <a:ext cx="3493500" cy="1784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5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536" name="Google Shape;536;p33"/>
          <p:cNvSpPr txBox="1"/>
          <p:nvPr>
            <p:ph hasCustomPrompt="1" idx="2" type="title"/>
          </p:nvPr>
        </p:nvSpPr>
        <p:spPr>
          <a:xfrm>
            <a:off x="720000" y="674750"/>
            <a:ext cx="1200300" cy="10611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37" name="Google Shape;537;p33"/>
          <p:cNvSpPr txBox="1"/>
          <p:nvPr>
            <p:ph idx="1" type="subTitle"/>
          </p:nvPr>
        </p:nvSpPr>
        <p:spPr>
          <a:xfrm>
            <a:off x="720000" y="3728200"/>
            <a:ext cx="2424900" cy="713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grpSp>
        <p:nvGrpSpPr>
          <p:cNvPr id="538" name="Google Shape;538;p33"/>
          <p:cNvGrpSpPr/>
          <p:nvPr/>
        </p:nvGrpSpPr>
        <p:grpSpPr>
          <a:xfrm rot="362748">
            <a:off x="-875849" y="4178264"/>
            <a:ext cx="2363677" cy="1263196"/>
            <a:chOff x="-651739" y="4270666"/>
            <a:chExt cx="1946448" cy="1263373"/>
          </a:xfrm>
        </p:grpSpPr>
        <p:sp>
          <p:nvSpPr>
            <p:cNvPr id="539" name="Google Shape;539;p33"/>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40" name="Google Shape;540;p33"/>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41" name="Google Shape;541;p33"/>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542" name="Google Shape;542;p33"/>
          <p:cNvSpPr/>
          <p:nvPr/>
        </p:nvSpPr>
        <p:spPr>
          <a:xfrm rot="1664062">
            <a:off x="3830260" y="1781621"/>
            <a:ext cx="6221455" cy="622145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43" name="Shape 543"/>
        <p:cNvGrpSpPr/>
        <p:nvPr/>
      </p:nvGrpSpPr>
      <p:grpSpPr>
        <a:xfrm>
          <a:off x="0" y="0"/>
          <a:ext cx="0" cy="0"/>
          <a:chOff x="0" y="0"/>
          <a:chExt cx="0" cy="0"/>
        </a:xfrm>
      </p:grpSpPr>
      <p:sp>
        <p:nvSpPr>
          <p:cNvPr id="544" name="Google Shape;544;p3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45" name="Google Shape;545;p34"/>
          <p:cNvSpPr/>
          <p:nvPr/>
        </p:nvSpPr>
        <p:spPr>
          <a:xfrm flipH="1" rot="9142080">
            <a:off x="6903279" y="-210345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4"/>
          <p:cNvSpPr/>
          <p:nvPr/>
        </p:nvSpPr>
        <p:spPr>
          <a:xfrm flipH="1" rot="-1875704">
            <a:off x="-1033587"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4"/>
          <p:cNvSpPr/>
          <p:nvPr/>
        </p:nvSpPr>
        <p:spPr>
          <a:xfrm rot="1800038">
            <a:off x="233236" y="3374049"/>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4"/>
          <p:cNvSpPr/>
          <p:nvPr/>
        </p:nvSpPr>
        <p:spPr>
          <a:xfrm flipH="1" rot="786143">
            <a:off x="7915518" y="47144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4"/>
          <p:cNvSpPr/>
          <p:nvPr/>
        </p:nvSpPr>
        <p:spPr>
          <a:xfrm>
            <a:off x="8647671" y="20357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4"/>
          <p:cNvSpPr/>
          <p:nvPr/>
        </p:nvSpPr>
        <p:spPr>
          <a:xfrm>
            <a:off x="261283" y="14058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 name="Google Shape;551;p34"/>
          <p:cNvGrpSpPr/>
          <p:nvPr/>
        </p:nvGrpSpPr>
        <p:grpSpPr>
          <a:xfrm flipH="1" rot="-811208">
            <a:off x="-1015428" y="-193256"/>
            <a:ext cx="2363674" cy="1263268"/>
            <a:chOff x="-651739" y="4270666"/>
            <a:chExt cx="1946448" cy="1263373"/>
          </a:xfrm>
        </p:grpSpPr>
        <p:sp>
          <p:nvSpPr>
            <p:cNvPr id="552" name="Google Shape;552;p3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53" name="Google Shape;553;p3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54" name="Google Shape;554;p3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555" name="Google Shape;555;p34"/>
          <p:cNvGrpSpPr/>
          <p:nvPr/>
        </p:nvGrpSpPr>
        <p:grpSpPr>
          <a:xfrm flipH="1" rot="-362748">
            <a:off x="7801182" y="4136239"/>
            <a:ext cx="2363677" cy="1263196"/>
            <a:chOff x="-651739" y="4270666"/>
            <a:chExt cx="1946448" cy="1263373"/>
          </a:xfrm>
        </p:grpSpPr>
        <p:sp>
          <p:nvSpPr>
            <p:cNvPr id="556" name="Google Shape;556;p34"/>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57" name="Google Shape;557;p34"/>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58" name="Google Shape;558;p34"/>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559" name="Google Shape;559;p34"/>
          <p:cNvSpPr/>
          <p:nvPr/>
        </p:nvSpPr>
        <p:spPr>
          <a:xfrm>
            <a:off x="5664833" y="1247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560" name="Shape 560"/>
        <p:cNvGrpSpPr/>
        <p:nvPr/>
      </p:nvGrpSpPr>
      <p:grpSpPr>
        <a:xfrm>
          <a:off x="0" y="0"/>
          <a:ext cx="0" cy="0"/>
          <a:chOff x="0" y="0"/>
          <a:chExt cx="0" cy="0"/>
        </a:xfrm>
      </p:grpSpPr>
      <p:sp>
        <p:nvSpPr>
          <p:cNvPr id="561" name="Google Shape;561;p3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62" name="Google Shape;562;p35"/>
          <p:cNvSpPr/>
          <p:nvPr/>
        </p:nvSpPr>
        <p:spPr>
          <a:xfrm flipH="1" rot="-10598943">
            <a:off x="-1087171" y="3301462"/>
            <a:ext cx="3203927" cy="3203927"/>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5"/>
          <p:cNvSpPr/>
          <p:nvPr/>
        </p:nvSpPr>
        <p:spPr>
          <a:xfrm rot="10483740">
            <a:off x="6945115" y="3350960"/>
            <a:ext cx="3203940" cy="320394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5"/>
          <p:cNvSpPr/>
          <p:nvPr/>
        </p:nvSpPr>
        <p:spPr>
          <a:xfrm rot="1800038">
            <a:off x="8690351" y="130847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5"/>
          <p:cNvSpPr/>
          <p:nvPr/>
        </p:nvSpPr>
        <p:spPr>
          <a:xfrm rot="-786143">
            <a:off x="3481038" y="4775771"/>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5"/>
          <p:cNvSpPr/>
          <p:nvPr/>
        </p:nvSpPr>
        <p:spPr>
          <a:xfrm flipH="1">
            <a:off x="295395" y="32105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5"/>
          <p:cNvSpPr/>
          <p:nvPr/>
        </p:nvSpPr>
        <p:spPr>
          <a:xfrm flipH="1">
            <a:off x="8718395" y="37066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 name="Google Shape;568;p35"/>
          <p:cNvGrpSpPr/>
          <p:nvPr/>
        </p:nvGrpSpPr>
        <p:grpSpPr>
          <a:xfrm rot="-166810">
            <a:off x="7365270" y="-636490"/>
            <a:ext cx="2363629" cy="1263217"/>
            <a:chOff x="-651739" y="4270666"/>
            <a:chExt cx="1946448" cy="1263373"/>
          </a:xfrm>
        </p:grpSpPr>
        <p:sp>
          <p:nvSpPr>
            <p:cNvPr id="569" name="Google Shape;569;p35"/>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70" name="Google Shape;570;p35"/>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71" name="Google Shape;571;p35"/>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572" name="Google Shape;572;p35"/>
          <p:cNvGrpSpPr/>
          <p:nvPr/>
        </p:nvGrpSpPr>
        <p:grpSpPr>
          <a:xfrm rot="-5400000">
            <a:off x="-741064" y="582281"/>
            <a:ext cx="1305325" cy="999875"/>
            <a:chOff x="9508886" y="1898806"/>
            <a:chExt cx="1305325" cy="999875"/>
          </a:xfrm>
        </p:grpSpPr>
        <p:sp>
          <p:nvSpPr>
            <p:cNvPr id="573" name="Google Shape;573;p35"/>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574" name="Google Shape;574;p35"/>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575" name="Google Shape;575;p35"/>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576" name="Shape 576"/>
        <p:cNvGrpSpPr/>
        <p:nvPr/>
      </p:nvGrpSpPr>
      <p:grpSpPr>
        <a:xfrm>
          <a:off x="0" y="0"/>
          <a:ext cx="0" cy="0"/>
          <a:chOff x="0" y="0"/>
          <a:chExt cx="0" cy="0"/>
        </a:xfrm>
      </p:grpSpPr>
      <p:sp>
        <p:nvSpPr>
          <p:cNvPr id="577" name="Google Shape;577;p36"/>
          <p:cNvSpPr/>
          <p:nvPr/>
        </p:nvSpPr>
        <p:spPr>
          <a:xfrm flipH="1" rot="5601917">
            <a:off x="-2140872" y="-1869336"/>
            <a:ext cx="4309330" cy="4309330"/>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6"/>
          <p:cNvSpPr txBox="1"/>
          <p:nvPr>
            <p:ph type="title"/>
          </p:nvPr>
        </p:nvSpPr>
        <p:spPr>
          <a:xfrm>
            <a:off x="720000" y="635375"/>
            <a:ext cx="4213200" cy="8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3400"/>
              <a:buNone/>
              <a:defRPr sz="6000"/>
            </a:lvl1pPr>
            <a:lvl2pPr lvl="1" rtl="0" algn="ctr">
              <a:spcBef>
                <a:spcPts val="0"/>
              </a:spcBef>
              <a:spcAft>
                <a:spcPts val="0"/>
              </a:spcAft>
              <a:buClr>
                <a:schemeClr val="dk2"/>
              </a:buClr>
              <a:buSzPts val="3400"/>
              <a:buNone/>
              <a:defRPr>
                <a:solidFill>
                  <a:schemeClr val="dk2"/>
                </a:solidFill>
              </a:defRPr>
            </a:lvl2pPr>
            <a:lvl3pPr lvl="2" rtl="0" algn="ctr">
              <a:spcBef>
                <a:spcPts val="0"/>
              </a:spcBef>
              <a:spcAft>
                <a:spcPts val="0"/>
              </a:spcAft>
              <a:buClr>
                <a:schemeClr val="dk2"/>
              </a:buClr>
              <a:buSzPts val="3400"/>
              <a:buNone/>
              <a:defRPr>
                <a:solidFill>
                  <a:schemeClr val="dk2"/>
                </a:solidFill>
              </a:defRPr>
            </a:lvl3pPr>
            <a:lvl4pPr lvl="3" rtl="0" algn="ctr">
              <a:spcBef>
                <a:spcPts val="0"/>
              </a:spcBef>
              <a:spcAft>
                <a:spcPts val="0"/>
              </a:spcAft>
              <a:buClr>
                <a:schemeClr val="dk2"/>
              </a:buClr>
              <a:buSzPts val="3400"/>
              <a:buNone/>
              <a:defRPr>
                <a:solidFill>
                  <a:schemeClr val="dk2"/>
                </a:solidFill>
              </a:defRPr>
            </a:lvl4pPr>
            <a:lvl5pPr lvl="4" rtl="0" algn="ctr">
              <a:spcBef>
                <a:spcPts val="0"/>
              </a:spcBef>
              <a:spcAft>
                <a:spcPts val="0"/>
              </a:spcAft>
              <a:buClr>
                <a:schemeClr val="dk2"/>
              </a:buClr>
              <a:buSzPts val="3400"/>
              <a:buNone/>
              <a:defRPr>
                <a:solidFill>
                  <a:schemeClr val="dk2"/>
                </a:solidFill>
              </a:defRPr>
            </a:lvl5pPr>
            <a:lvl6pPr lvl="5" rtl="0" algn="ctr">
              <a:spcBef>
                <a:spcPts val="0"/>
              </a:spcBef>
              <a:spcAft>
                <a:spcPts val="0"/>
              </a:spcAft>
              <a:buClr>
                <a:schemeClr val="dk2"/>
              </a:buClr>
              <a:buSzPts val="3400"/>
              <a:buNone/>
              <a:defRPr>
                <a:solidFill>
                  <a:schemeClr val="dk2"/>
                </a:solidFill>
              </a:defRPr>
            </a:lvl6pPr>
            <a:lvl7pPr lvl="6" rtl="0" algn="ctr">
              <a:spcBef>
                <a:spcPts val="0"/>
              </a:spcBef>
              <a:spcAft>
                <a:spcPts val="0"/>
              </a:spcAft>
              <a:buClr>
                <a:schemeClr val="dk2"/>
              </a:buClr>
              <a:buSzPts val="3400"/>
              <a:buNone/>
              <a:defRPr>
                <a:solidFill>
                  <a:schemeClr val="dk2"/>
                </a:solidFill>
              </a:defRPr>
            </a:lvl7pPr>
            <a:lvl8pPr lvl="7" rtl="0" algn="ctr">
              <a:spcBef>
                <a:spcPts val="0"/>
              </a:spcBef>
              <a:spcAft>
                <a:spcPts val="0"/>
              </a:spcAft>
              <a:buClr>
                <a:schemeClr val="dk2"/>
              </a:buClr>
              <a:buSzPts val="3400"/>
              <a:buNone/>
              <a:defRPr>
                <a:solidFill>
                  <a:schemeClr val="dk2"/>
                </a:solidFill>
              </a:defRPr>
            </a:lvl8pPr>
            <a:lvl9pPr lvl="8" rtl="0" algn="ctr">
              <a:spcBef>
                <a:spcPts val="0"/>
              </a:spcBef>
              <a:spcAft>
                <a:spcPts val="0"/>
              </a:spcAft>
              <a:buClr>
                <a:schemeClr val="dk2"/>
              </a:buClr>
              <a:buSzPts val="3400"/>
              <a:buNone/>
              <a:defRPr>
                <a:solidFill>
                  <a:schemeClr val="dk2"/>
                </a:solidFill>
              </a:defRPr>
            </a:lvl9pPr>
          </a:lstStyle>
          <a:p/>
        </p:txBody>
      </p:sp>
      <p:sp>
        <p:nvSpPr>
          <p:cNvPr id="579" name="Google Shape;579;p36"/>
          <p:cNvSpPr txBox="1"/>
          <p:nvPr>
            <p:ph idx="1" type="subTitle"/>
          </p:nvPr>
        </p:nvSpPr>
        <p:spPr>
          <a:xfrm>
            <a:off x="720000" y="1588050"/>
            <a:ext cx="4213200" cy="8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80" name="Google Shape;580;p36"/>
          <p:cNvSpPr txBox="1"/>
          <p:nvPr/>
        </p:nvSpPr>
        <p:spPr>
          <a:xfrm>
            <a:off x="720000" y="3319200"/>
            <a:ext cx="3549000" cy="719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ivvic"/>
                <a:ea typeface="Livvic"/>
                <a:cs typeface="Livvic"/>
                <a:sym typeface="Livvic"/>
              </a:rPr>
              <a:t>CREDITS: This presentation </a:t>
            </a:r>
            <a:r>
              <a:rPr lang="en" sz="1200">
                <a:solidFill>
                  <a:schemeClr val="dk1"/>
                </a:solidFill>
                <a:latin typeface="Livvic"/>
                <a:ea typeface="Livvic"/>
                <a:cs typeface="Livvic"/>
                <a:sym typeface="Livvic"/>
              </a:rPr>
              <a:t>template</a:t>
            </a:r>
            <a:r>
              <a:rPr lang="en" sz="1200">
                <a:solidFill>
                  <a:schemeClr val="dk1"/>
                </a:solidFill>
                <a:latin typeface="Livvic"/>
                <a:ea typeface="Livvic"/>
                <a:cs typeface="Livvic"/>
                <a:sym typeface="Livvic"/>
              </a:rPr>
              <a:t> was created by </a:t>
            </a:r>
            <a:r>
              <a:rPr b="1" lang="en" sz="1200">
                <a:solidFill>
                  <a:schemeClr val="dk1"/>
                </a:solidFill>
                <a:uFill>
                  <a:noFill/>
                </a:uFill>
                <a:latin typeface="Livvic"/>
                <a:ea typeface="Livvic"/>
                <a:cs typeface="Livvic"/>
                <a:sym typeface="Livvic"/>
                <a:hlinkClick r:id="rId2">
                  <a:extLst>
                    <a:ext uri="{A12FA001-AC4F-418D-AE19-62706E023703}">
                      <ahyp:hlinkClr val="tx"/>
                    </a:ext>
                  </a:extLst>
                </a:hlinkClick>
              </a:rPr>
              <a:t>Slidesgo</a:t>
            </a:r>
            <a:r>
              <a:rPr lang="en" sz="1200">
                <a:solidFill>
                  <a:schemeClr val="dk1"/>
                </a:solidFill>
                <a:latin typeface="Livvic"/>
                <a:ea typeface="Livvic"/>
                <a:cs typeface="Livvic"/>
                <a:sym typeface="Livvic"/>
              </a:rPr>
              <a:t>, including icons by </a:t>
            </a:r>
            <a:r>
              <a:rPr b="1" lang="en" sz="1200">
                <a:solidFill>
                  <a:schemeClr val="dk1"/>
                </a:solidFill>
                <a:uFill>
                  <a:noFill/>
                </a:uFill>
                <a:latin typeface="Livvic"/>
                <a:ea typeface="Livvic"/>
                <a:cs typeface="Livvic"/>
                <a:sym typeface="Livvic"/>
                <a:hlinkClick r:id="rId3">
                  <a:extLst>
                    <a:ext uri="{A12FA001-AC4F-418D-AE19-62706E023703}">
                      <ahyp:hlinkClr val="tx"/>
                    </a:ext>
                  </a:extLst>
                </a:hlinkClick>
              </a:rPr>
              <a:t>Flaticon</a:t>
            </a:r>
            <a:r>
              <a:rPr lang="en" sz="1200">
                <a:solidFill>
                  <a:schemeClr val="dk1"/>
                </a:solidFill>
                <a:latin typeface="Livvic"/>
                <a:ea typeface="Livvic"/>
                <a:cs typeface="Livvic"/>
                <a:sym typeface="Livvic"/>
              </a:rPr>
              <a:t>, and infographics &amp; images by </a:t>
            </a:r>
            <a:r>
              <a:rPr b="1" lang="en" sz="1200">
                <a:solidFill>
                  <a:schemeClr val="dk1"/>
                </a:solidFill>
                <a:uFill>
                  <a:noFill/>
                </a:uFill>
                <a:latin typeface="Livvic"/>
                <a:ea typeface="Livvic"/>
                <a:cs typeface="Livvic"/>
                <a:sym typeface="Livvic"/>
                <a:hlinkClick r:id="rId4">
                  <a:extLst>
                    <a:ext uri="{A12FA001-AC4F-418D-AE19-62706E023703}">
                      <ahyp:hlinkClr val="tx"/>
                    </a:ext>
                  </a:extLst>
                </a:hlinkClick>
              </a:rPr>
              <a:t>Freepik</a:t>
            </a:r>
            <a:r>
              <a:rPr lang="en" sz="1200">
                <a:solidFill>
                  <a:schemeClr val="dk1"/>
                </a:solidFill>
                <a:uFill>
                  <a:noFill/>
                </a:uFill>
                <a:latin typeface="Livvic"/>
                <a:ea typeface="Livvic"/>
                <a:cs typeface="Livvic"/>
                <a:sym typeface="Livvic"/>
                <a:hlinkClick r:id="rId5">
                  <a:extLst>
                    <a:ext uri="{A12FA001-AC4F-418D-AE19-62706E023703}">
                      <ahyp:hlinkClr val="tx"/>
                    </a:ext>
                  </a:extLst>
                </a:hlinkClick>
              </a:rPr>
              <a:t> </a:t>
            </a:r>
            <a:endParaRPr sz="1200">
              <a:solidFill>
                <a:schemeClr val="dk1"/>
              </a:solidFill>
              <a:latin typeface="Livvic"/>
              <a:ea typeface="Livvic"/>
              <a:cs typeface="Livvic"/>
              <a:sym typeface="Livvic"/>
            </a:endParaRPr>
          </a:p>
        </p:txBody>
      </p:sp>
      <p:sp>
        <p:nvSpPr>
          <p:cNvPr id="581" name="Google Shape;581;p36"/>
          <p:cNvSpPr/>
          <p:nvPr/>
        </p:nvSpPr>
        <p:spPr>
          <a:xfrm>
            <a:off x="6840450" y="285812"/>
            <a:ext cx="239885" cy="456818"/>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6"/>
          <p:cNvSpPr/>
          <p:nvPr/>
        </p:nvSpPr>
        <p:spPr>
          <a:xfrm>
            <a:off x="192562" y="3675624"/>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 name="Google Shape;583;p36"/>
          <p:cNvGrpSpPr/>
          <p:nvPr/>
        </p:nvGrpSpPr>
        <p:grpSpPr>
          <a:xfrm rot="-264943">
            <a:off x="7448400" y="-716961"/>
            <a:ext cx="2363776" cy="1263207"/>
            <a:chOff x="-651739" y="4270666"/>
            <a:chExt cx="1946448" cy="1263373"/>
          </a:xfrm>
        </p:grpSpPr>
        <p:sp>
          <p:nvSpPr>
            <p:cNvPr id="584" name="Google Shape;584;p36"/>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85" name="Google Shape;585;p36"/>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86" name="Google Shape;586;p36"/>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587" name="Google Shape;587;p36"/>
          <p:cNvGrpSpPr/>
          <p:nvPr/>
        </p:nvGrpSpPr>
        <p:grpSpPr>
          <a:xfrm rot="362802">
            <a:off x="-947455" y="3989361"/>
            <a:ext cx="2849297" cy="1522616"/>
            <a:chOff x="-651739" y="4270666"/>
            <a:chExt cx="1946448" cy="1263373"/>
          </a:xfrm>
        </p:grpSpPr>
        <p:sp>
          <p:nvSpPr>
            <p:cNvPr id="588" name="Google Shape;588;p36"/>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89" name="Google Shape;589;p36"/>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90" name="Google Shape;590;p36"/>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_1_1">
    <p:spTree>
      <p:nvGrpSpPr>
        <p:cNvPr id="591" name="Shape 591"/>
        <p:cNvGrpSpPr/>
        <p:nvPr/>
      </p:nvGrpSpPr>
      <p:grpSpPr>
        <a:xfrm>
          <a:off x="0" y="0"/>
          <a:ext cx="0" cy="0"/>
          <a:chOff x="0" y="0"/>
          <a:chExt cx="0" cy="0"/>
        </a:xfrm>
      </p:grpSpPr>
      <p:sp>
        <p:nvSpPr>
          <p:cNvPr id="592" name="Google Shape;592;p37"/>
          <p:cNvSpPr/>
          <p:nvPr/>
        </p:nvSpPr>
        <p:spPr>
          <a:xfrm rot="-9142080">
            <a:off x="-1428465" y="-162950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7"/>
          <p:cNvSpPr/>
          <p:nvPr/>
        </p:nvSpPr>
        <p:spPr>
          <a:xfrm rot="1875704">
            <a:off x="6893645"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7"/>
          <p:cNvSpPr/>
          <p:nvPr/>
        </p:nvSpPr>
        <p:spPr>
          <a:xfrm flipH="1" rot="-1800038">
            <a:off x="8526601" y="4442324"/>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7"/>
          <p:cNvSpPr/>
          <p:nvPr/>
        </p:nvSpPr>
        <p:spPr>
          <a:xfrm rot="-786143">
            <a:off x="194513" y="40878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7"/>
          <p:cNvSpPr/>
          <p:nvPr/>
        </p:nvSpPr>
        <p:spPr>
          <a:xfrm flipH="1">
            <a:off x="391720" y="10244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7" name="Google Shape;597;p37"/>
          <p:cNvGrpSpPr/>
          <p:nvPr/>
        </p:nvGrpSpPr>
        <p:grpSpPr>
          <a:xfrm rot="-539535">
            <a:off x="-275848" y="4576629"/>
            <a:ext cx="2363620" cy="1263236"/>
            <a:chOff x="-651739" y="4270666"/>
            <a:chExt cx="1946448" cy="1263373"/>
          </a:xfrm>
        </p:grpSpPr>
        <p:sp>
          <p:nvSpPr>
            <p:cNvPr id="598" name="Google Shape;598;p37"/>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599" name="Google Shape;599;p37"/>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00" name="Google Shape;600;p37"/>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601" name="Google Shape;601;p37"/>
          <p:cNvGrpSpPr/>
          <p:nvPr/>
        </p:nvGrpSpPr>
        <p:grpSpPr>
          <a:xfrm>
            <a:off x="7118686" y="-728969"/>
            <a:ext cx="1305325" cy="999875"/>
            <a:chOff x="9508886" y="1898806"/>
            <a:chExt cx="1305325" cy="999875"/>
          </a:xfrm>
        </p:grpSpPr>
        <p:sp>
          <p:nvSpPr>
            <p:cNvPr id="602" name="Google Shape;602;p37"/>
            <p:cNvSpPr/>
            <p:nvPr/>
          </p:nvSpPr>
          <p:spPr>
            <a:xfrm>
              <a:off x="9508886" y="1898806"/>
              <a:ext cx="1305325" cy="999875"/>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603" name="Google Shape;603;p37"/>
            <p:cNvSpPr/>
            <p:nvPr/>
          </p:nvSpPr>
          <p:spPr>
            <a:xfrm>
              <a:off x="9616049" y="1963100"/>
              <a:ext cx="1069583" cy="819298"/>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sp>
          <p:nvSpPr>
            <p:cNvPr id="604" name="Google Shape;604;p37"/>
            <p:cNvSpPr/>
            <p:nvPr/>
          </p:nvSpPr>
          <p:spPr>
            <a:xfrm>
              <a:off x="9733910" y="2038109"/>
              <a:ext cx="812434" cy="622222"/>
            </a:xfrm>
            <a:custGeom>
              <a:rect b="b" l="l" r="r" t="t"/>
              <a:pathLst>
                <a:path extrusionOk="0" h="39995" w="52213">
                  <a:moveTo>
                    <a:pt x="4207" y="0"/>
                  </a:moveTo>
                  <a:cubicBezTo>
                    <a:pt x="-1388" y="9324"/>
                    <a:pt x="-1766" y="24885"/>
                    <a:pt x="5921" y="32576"/>
                  </a:cubicBezTo>
                  <a:cubicBezTo>
                    <a:pt x="9355" y="36012"/>
                    <a:pt x="14068" y="38255"/>
                    <a:pt x="18780" y="39434"/>
                  </a:cubicBezTo>
                  <a:cubicBezTo>
                    <a:pt x="33874" y="43212"/>
                    <a:pt x="52213" y="22418"/>
                    <a:pt x="52213" y="6858"/>
                  </a:cubicBezTo>
                </a:path>
              </a:pathLst>
            </a:custGeom>
            <a:noFill/>
            <a:ln cap="flat" cmpd="sng" w="9525">
              <a:solidFill>
                <a:schemeClr val="dk2"/>
              </a:solidFill>
              <a:prstDash val="solid"/>
              <a:round/>
              <a:headEnd len="med" w="med" type="none"/>
              <a:tailEnd len="med" w="med" type="none"/>
            </a:ln>
          </p:spPr>
        </p:sp>
      </p:grpSp>
      <p:sp>
        <p:nvSpPr>
          <p:cNvPr id="605" name="Google Shape;605;p37"/>
          <p:cNvSpPr/>
          <p:nvPr/>
        </p:nvSpPr>
        <p:spPr>
          <a:xfrm flipH="1">
            <a:off x="8424008" y="90372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TITLE_ONLY_1_1">
    <p:spTree>
      <p:nvGrpSpPr>
        <p:cNvPr id="606" name="Shape 606"/>
        <p:cNvGrpSpPr/>
        <p:nvPr/>
      </p:nvGrpSpPr>
      <p:grpSpPr>
        <a:xfrm>
          <a:off x="0" y="0"/>
          <a:ext cx="0" cy="0"/>
          <a:chOff x="0" y="0"/>
          <a:chExt cx="0" cy="0"/>
        </a:xfrm>
      </p:grpSpPr>
      <p:sp>
        <p:nvSpPr>
          <p:cNvPr id="607" name="Google Shape;607;p38"/>
          <p:cNvSpPr/>
          <p:nvPr/>
        </p:nvSpPr>
        <p:spPr>
          <a:xfrm flipH="1" rot="9142080">
            <a:off x="6903279" y="-2103450"/>
            <a:ext cx="3203921" cy="3203921"/>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8"/>
          <p:cNvSpPr/>
          <p:nvPr/>
        </p:nvSpPr>
        <p:spPr>
          <a:xfrm flipH="1" rot="-1875704">
            <a:off x="-1033587" y="3765141"/>
            <a:ext cx="3203928" cy="3203928"/>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8"/>
          <p:cNvSpPr/>
          <p:nvPr/>
        </p:nvSpPr>
        <p:spPr>
          <a:xfrm rot="1800038">
            <a:off x="233236" y="3374049"/>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8"/>
          <p:cNvSpPr/>
          <p:nvPr/>
        </p:nvSpPr>
        <p:spPr>
          <a:xfrm flipH="1" rot="786143">
            <a:off x="7915518" y="4714484"/>
            <a:ext cx="361954" cy="255304"/>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8"/>
          <p:cNvSpPr/>
          <p:nvPr/>
        </p:nvSpPr>
        <p:spPr>
          <a:xfrm>
            <a:off x="8647671" y="20357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8"/>
          <p:cNvSpPr/>
          <p:nvPr/>
        </p:nvSpPr>
        <p:spPr>
          <a:xfrm>
            <a:off x="261283" y="14058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3" name="Google Shape;613;p38"/>
          <p:cNvGrpSpPr/>
          <p:nvPr/>
        </p:nvGrpSpPr>
        <p:grpSpPr>
          <a:xfrm flipH="1" rot="-811208">
            <a:off x="-1015428" y="-193256"/>
            <a:ext cx="2363674" cy="1263268"/>
            <a:chOff x="-651739" y="4270666"/>
            <a:chExt cx="1946448" cy="1263373"/>
          </a:xfrm>
        </p:grpSpPr>
        <p:sp>
          <p:nvSpPr>
            <p:cNvPr id="614" name="Google Shape;614;p38"/>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15" name="Google Shape;615;p38"/>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16" name="Google Shape;616;p38"/>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grpSp>
        <p:nvGrpSpPr>
          <p:cNvPr id="617" name="Google Shape;617;p38"/>
          <p:cNvGrpSpPr/>
          <p:nvPr/>
        </p:nvGrpSpPr>
        <p:grpSpPr>
          <a:xfrm flipH="1" rot="-362748">
            <a:off x="7801182" y="4136239"/>
            <a:ext cx="2363677" cy="1263196"/>
            <a:chOff x="-651739" y="4270666"/>
            <a:chExt cx="1946448" cy="1263373"/>
          </a:xfrm>
        </p:grpSpPr>
        <p:sp>
          <p:nvSpPr>
            <p:cNvPr id="618" name="Google Shape;618;p38"/>
            <p:cNvSpPr/>
            <p:nvPr/>
          </p:nvSpPr>
          <p:spPr>
            <a:xfrm rot="-207397">
              <a:off x="-548209" y="4324593"/>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19" name="Google Shape;619;p38"/>
            <p:cNvSpPr/>
            <p:nvPr/>
          </p:nvSpPr>
          <p:spPr>
            <a:xfrm rot="-207397">
              <a:off x="-594387" y="4424208"/>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sp>
          <p:nvSpPr>
            <p:cNvPr id="620" name="Google Shape;620;p38"/>
            <p:cNvSpPr/>
            <p:nvPr/>
          </p:nvSpPr>
          <p:spPr>
            <a:xfrm rot="-207397">
              <a:off x="-625538" y="4556176"/>
              <a:ext cx="1816717" cy="923935"/>
            </a:xfrm>
            <a:custGeom>
              <a:rect b="b" l="l" r="r" t="t"/>
              <a:pathLst>
                <a:path extrusionOk="0" h="36953" w="72660">
                  <a:moveTo>
                    <a:pt x="0" y="2592"/>
                  </a:moveTo>
                  <a:cubicBezTo>
                    <a:pt x="10259" y="-1513"/>
                    <a:pt x="25740" y="-1208"/>
                    <a:pt x="32815" y="7279"/>
                  </a:cubicBezTo>
                  <a:cubicBezTo>
                    <a:pt x="39204" y="14944"/>
                    <a:pt x="38155" y="28554"/>
                    <a:pt x="46617" y="33843"/>
                  </a:cubicBezTo>
                  <a:cubicBezTo>
                    <a:pt x="54015" y="38467"/>
                    <a:pt x="63936" y="36448"/>
                    <a:pt x="72660" y="36448"/>
                  </a:cubicBezTo>
                </a:path>
              </a:pathLst>
            </a:custGeom>
            <a:noFill/>
            <a:ln cap="flat" cmpd="sng" w="9525">
              <a:solidFill>
                <a:schemeClr val="dk2"/>
              </a:solidFill>
              <a:prstDash val="solid"/>
              <a:round/>
              <a:headEnd len="med" w="med" type="none"/>
              <a:tailEnd len="med" w="med" type="none"/>
            </a:ln>
          </p:spPr>
        </p:sp>
      </p:grpSp>
      <p:sp>
        <p:nvSpPr>
          <p:cNvPr id="621" name="Google Shape;621;p38"/>
          <p:cNvSpPr/>
          <p:nvPr/>
        </p:nvSpPr>
        <p:spPr>
          <a:xfrm>
            <a:off x="5664833" y="1247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1.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21225"/>
            <a:ext cx="7704000" cy="5649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1pPr>
            <a:lvl2pPr lvl="1"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2pPr>
            <a:lvl3pPr lvl="2"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3pPr>
            <a:lvl4pPr lvl="3"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4pPr>
            <a:lvl5pPr lvl="4"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5pPr>
            <a:lvl6pPr lvl="5"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6pPr>
            <a:lvl7pPr lvl="6"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7pPr>
            <a:lvl8pPr lvl="7"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8pPr>
            <a:lvl9pPr lvl="8" rtl="0">
              <a:spcBef>
                <a:spcPts val="0"/>
              </a:spcBef>
              <a:spcAft>
                <a:spcPts val="0"/>
              </a:spcAft>
              <a:buClr>
                <a:schemeClr val="dk1"/>
              </a:buClr>
              <a:buSzPts val="3400"/>
              <a:buFont typeface="Alfa Slab One"/>
              <a:buNone/>
              <a:defRPr sz="3400">
                <a:solidFill>
                  <a:schemeClr val="dk1"/>
                </a:solidFill>
                <a:latin typeface="Alfa Slab One"/>
                <a:ea typeface="Alfa Slab One"/>
                <a:cs typeface="Alfa Slab One"/>
                <a:sym typeface="Alfa Slab One"/>
              </a:defRPr>
            </a:lvl9pPr>
          </a:lstStyle>
          <a:p/>
        </p:txBody>
      </p:sp>
      <p:sp>
        <p:nvSpPr>
          <p:cNvPr id="7" name="Google Shape;7;p1"/>
          <p:cNvSpPr txBox="1"/>
          <p:nvPr>
            <p:ph idx="1" type="body"/>
          </p:nvPr>
        </p:nvSpPr>
        <p:spPr>
          <a:xfrm>
            <a:off x="720000" y="1142975"/>
            <a:ext cx="7704000" cy="33705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ivvic"/>
              <a:buChar char="●"/>
              <a:defRPr>
                <a:solidFill>
                  <a:schemeClr val="dk1"/>
                </a:solidFill>
                <a:latin typeface="Livvic"/>
                <a:ea typeface="Livvic"/>
                <a:cs typeface="Livvic"/>
                <a:sym typeface="Livvic"/>
              </a:defRPr>
            </a:lvl1pPr>
            <a:lvl2pPr indent="-317500" lvl="1" marL="9144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2pPr>
            <a:lvl3pPr indent="-317500" lvl="2" marL="13716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3pPr>
            <a:lvl4pPr indent="-317500" lvl="3" marL="18288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4pPr>
            <a:lvl5pPr indent="-317500" lvl="4" marL="22860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5pPr>
            <a:lvl6pPr indent="-317500" lvl="5" marL="27432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6pPr>
            <a:lvl7pPr indent="-317500" lvl="6" marL="32004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7pPr>
            <a:lvl8pPr indent="-317500" lvl="7" marL="3657600">
              <a:lnSpc>
                <a:spcPct val="115000"/>
              </a:lnSpc>
              <a:spcBef>
                <a:spcPts val="1600"/>
              </a:spcBef>
              <a:spcAft>
                <a:spcPts val="0"/>
              </a:spcAft>
              <a:buClr>
                <a:schemeClr val="dk1"/>
              </a:buClr>
              <a:buSzPts val="1400"/>
              <a:buFont typeface="Livvic"/>
              <a:buChar char="○"/>
              <a:defRPr>
                <a:solidFill>
                  <a:schemeClr val="dk1"/>
                </a:solidFill>
                <a:latin typeface="Livvic"/>
                <a:ea typeface="Livvic"/>
                <a:cs typeface="Livvic"/>
                <a:sym typeface="Livvic"/>
              </a:defRPr>
            </a:lvl8pPr>
            <a:lvl9pPr indent="-317500" lvl="8" marL="4114800">
              <a:lnSpc>
                <a:spcPct val="115000"/>
              </a:lnSpc>
              <a:spcBef>
                <a:spcPts val="1600"/>
              </a:spcBef>
              <a:spcAft>
                <a:spcPts val="1600"/>
              </a:spcAft>
              <a:buClr>
                <a:schemeClr val="dk1"/>
              </a:buClr>
              <a:buSzPts val="1400"/>
              <a:buFont typeface="Livvic"/>
              <a:buChar char="■"/>
              <a:defRPr>
                <a:solidFill>
                  <a:schemeClr val="dk1"/>
                </a:solidFill>
                <a:latin typeface="Livvic"/>
                <a:ea typeface="Livvic"/>
                <a:cs typeface="Livvic"/>
                <a:sym typeface="Livv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drive.google.com/file/d/17mset1kCgwGUIClO-ImulAj0l_viFlqi/view" TargetMode="External"/><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9"/>
          <p:cNvSpPr txBox="1"/>
          <p:nvPr>
            <p:ph type="ctrTitle"/>
          </p:nvPr>
        </p:nvSpPr>
        <p:spPr>
          <a:xfrm>
            <a:off x="720000" y="530658"/>
            <a:ext cx="5622900" cy="163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Spotify Music Analytics</a:t>
            </a:r>
            <a:endParaRPr/>
          </a:p>
        </p:txBody>
      </p:sp>
      <p:sp>
        <p:nvSpPr>
          <p:cNvPr id="627" name="Google Shape;627;p39"/>
          <p:cNvSpPr txBox="1"/>
          <p:nvPr>
            <p:ph idx="1" type="subTitle"/>
          </p:nvPr>
        </p:nvSpPr>
        <p:spPr>
          <a:xfrm>
            <a:off x="812675" y="2260650"/>
            <a:ext cx="3868200" cy="67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Information Visualization - 2025/2026</a:t>
            </a:r>
            <a:endParaRPr/>
          </a:p>
          <a:p>
            <a:pPr indent="0" lvl="0" marL="0" rtl="0" algn="l">
              <a:spcBef>
                <a:spcPts val="0"/>
              </a:spcBef>
              <a:spcAft>
                <a:spcPts val="0"/>
              </a:spcAft>
              <a:buNone/>
            </a:pPr>
            <a:r>
              <a:rPr lang="en"/>
              <a:t>  24/11/2025 </a:t>
            </a:r>
            <a:endParaRPr/>
          </a:p>
        </p:txBody>
      </p:sp>
      <p:sp>
        <p:nvSpPr>
          <p:cNvPr id="628" name="Google Shape;628;p39"/>
          <p:cNvSpPr/>
          <p:nvPr/>
        </p:nvSpPr>
        <p:spPr>
          <a:xfrm>
            <a:off x="5491502" y="2199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9" name="Google Shape;629;p39"/>
          <p:cNvGrpSpPr/>
          <p:nvPr/>
        </p:nvGrpSpPr>
        <p:grpSpPr>
          <a:xfrm>
            <a:off x="5873055" y="987692"/>
            <a:ext cx="3204116" cy="4319788"/>
            <a:chOff x="5062922" y="416245"/>
            <a:chExt cx="1446749" cy="1950507"/>
          </a:xfrm>
        </p:grpSpPr>
        <p:sp>
          <p:nvSpPr>
            <p:cNvPr id="630" name="Google Shape;630;p39"/>
            <p:cNvSpPr/>
            <p:nvPr/>
          </p:nvSpPr>
          <p:spPr>
            <a:xfrm>
              <a:off x="5719755" y="424542"/>
              <a:ext cx="104314" cy="60198"/>
            </a:xfrm>
            <a:custGeom>
              <a:rect b="b" l="l" r="r" t="t"/>
              <a:pathLst>
                <a:path extrusionOk="0" h="1879" w="3256">
                  <a:moveTo>
                    <a:pt x="2141" y="1"/>
                  </a:moveTo>
                  <a:cubicBezTo>
                    <a:pt x="1830" y="1"/>
                    <a:pt x="1521" y="77"/>
                    <a:pt x="1243" y="231"/>
                  </a:cubicBezTo>
                  <a:cubicBezTo>
                    <a:pt x="1006" y="373"/>
                    <a:pt x="793" y="551"/>
                    <a:pt x="627" y="775"/>
                  </a:cubicBezTo>
                  <a:cubicBezTo>
                    <a:pt x="485" y="941"/>
                    <a:pt x="355" y="1119"/>
                    <a:pt x="261" y="1320"/>
                  </a:cubicBezTo>
                  <a:cubicBezTo>
                    <a:pt x="83" y="1651"/>
                    <a:pt x="0" y="1864"/>
                    <a:pt x="36" y="1876"/>
                  </a:cubicBezTo>
                  <a:cubicBezTo>
                    <a:pt x="38" y="1878"/>
                    <a:pt x="40" y="1878"/>
                    <a:pt x="42" y="1878"/>
                  </a:cubicBezTo>
                  <a:cubicBezTo>
                    <a:pt x="84" y="1878"/>
                    <a:pt x="201" y="1683"/>
                    <a:pt x="403" y="1403"/>
                  </a:cubicBezTo>
                  <a:cubicBezTo>
                    <a:pt x="651" y="1024"/>
                    <a:pt x="983" y="693"/>
                    <a:pt x="1361" y="444"/>
                  </a:cubicBezTo>
                  <a:cubicBezTo>
                    <a:pt x="1654" y="289"/>
                    <a:pt x="1979" y="209"/>
                    <a:pt x="2307" y="209"/>
                  </a:cubicBezTo>
                  <a:cubicBezTo>
                    <a:pt x="2430" y="209"/>
                    <a:pt x="2553" y="220"/>
                    <a:pt x="2675" y="243"/>
                  </a:cubicBezTo>
                  <a:cubicBezTo>
                    <a:pt x="2975" y="305"/>
                    <a:pt x="3158" y="403"/>
                    <a:pt x="3215" y="403"/>
                  </a:cubicBezTo>
                  <a:cubicBezTo>
                    <a:pt x="3223" y="403"/>
                    <a:pt x="3229" y="401"/>
                    <a:pt x="3232" y="397"/>
                  </a:cubicBezTo>
                  <a:cubicBezTo>
                    <a:pt x="3255" y="373"/>
                    <a:pt x="3078" y="195"/>
                    <a:pt x="2711" y="89"/>
                  </a:cubicBezTo>
                  <a:cubicBezTo>
                    <a:pt x="2525" y="30"/>
                    <a:pt x="2333" y="1"/>
                    <a:pt x="2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9"/>
            <p:cNvSpPr/>
            <p:nvPr/>
          </p:nvSpPr>
          <p:spPr>
            <a:xfrm>
              <a:off x="5459610" y="480063"/>
              <a:ext cx="99765" cy="59814"/>
            </a:xfrm>
            <a:custGeom>
              <a:rect b="b" l="l" r="r" t="t"/>
              <a:pathLst>
                <a:path extrusionOk="0" h="1867" w="3114">
                  <a:moveTo>
                    <a:pt x="3075" y="1"/>
                  </a:moveTo>
                  <a:cubicBezTo>
                    <a:pt x="3040" y="1"/>
                    <a:pt x="2978" y="281"/>
                    <a:pt x="2723" y="652"/>
                  </a:cubicBezTo>
                  <a:cubicBezTo>
                    <a:pt x="2569" y="865"/>
                    <a:pt x="2379" y="1055"/>
                    <a:pt x="2166" y="1209"/>
                  </a:cubicBezTo>
                  <a:cubicBezTo>
                    <a:pt x="1918" y="1398"/>
                    <a:pt x="1622" y="1528"/>
                    <a:pt x="1302" y="1599"/>
                  </a:cubicBezTo>
                  <a:cubicBezTo>
                    <a:pt x="1192" y="1624"/>
                    <a:pt x="1079" y="1637"/>
                    <a:pt x="970" y="1637"/>
                  </a:cubicBezTo>
                  <a:cubicBezTo>
                    <a:pt x="762" y="1637"/>
                    <a:pt x="570" y="1589"/>
                    <a:pt x="438" y="1481"/>
                  </a:cubicBezTo>
                  <a:cubicBezTo>
                    <a:pt x="249" y="1315"/>
                    <a:pt x="154" y="1078"/>
                    <a:pt x="189" y="842"/>
                  </a:cubicBezTo>
                  <a:cubicBezTo>
                    <a:pt x="201" y="652"/>
                    <a:pt x="237" y="487"/>
                    <a:pt x="308" y="321"/>
                  </a:cubicBezTo>
                  <a:cubicBezTo>
                    <a:pt x="355" y="191"/>
                    <a:pt x="367" y="120"/>
                    <a:pt x="355" y="120"/>
                  </a:cubicBezTo>
                  <a:cubicBezTo>
                    <a:pt x="354" y="119"/>
                    <a:pt x="353" y="118"/>
                    <a:pt x="351" y="118"/>
                  </a:cubicBezTo>
                  <a:cubicBezTo>
                    <a:pt x="335" y="118"/>
                    <a:pt x="290" y="176"/>
                    <a:pt x="225" y="273"/>
                  </a:cubicBezTo>
                  <a:cubicBezTo>
                    <a:pt x="118" y="439"/>
                    <a:pt x="47" y="617"/>
                    <a:pt x="12" y="818"/>
                  </a:cubicBezTo>
                  <a:cubicBezTo>
                    <a:pt x="0" y="948"/>
                    <a:pt x="0" y="1090"/>
                    <a:pt x="36" y="1232"/>
                  </a:cubicBezTo>
                  <a:cubicBezTo>
                    <a:pt x="71" y="1398"/>
                    <a:pt x="166" y="1540"/>
                    <a:pt x="296" y="1658"/>
                  </a:cubicBezTo>
                  <a:cubicBezTo>
                    <a:pt x="438" y="1765"/>
                    <a:pt x="616" y="1836"/>
                    <a:pt x="793" y="1860"/>
                  </a:cubicBezTo>
                  <a:cubicBezTo>
                    <a:pt x="856" y="1864"/>
                    <a:pt x="919" y="1866"/>
                    <a:pt x="982" y="1866"/>
                  </a:cubicBezTo>
                  <a:cubicBezTo>
                    <a:pt x="1108" y="1866"/>
                    <a:pt x="1231" y="1856"/>
                    <a:pt x="1349" y="1824"/>
                  </a:cubicBezTo>
                  <a:cubicBezTo>
                    <a:pt x="1705" y="1753"/>
                    <a:pt x="2024" y="1599"/>
                    <a:pt x="2308" y="1386"/>
                  </a:cubicBezTo>
                  <a:cubicBezTo>
                    <a:pt x="2533" y="1209"/>
                    <a:pt x="2723" y="984"/>
                    <a:pt x="2865" y="735"/>
                  </a:cubicBezTo>
                  <a:cubicBezTo>
                    <a:pt x="3101" y="309"/>
                    <a:pt x="3113" y="1"/>
                    <a:pt x="3078" y="1"/>
                  </a:cubicBezTo>
                  <a:cubicBezTo>
                    <a:pt x="3077" y="1"/>
                    <a:pt x="3076" y="1"/>
                    <a:pt x="30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9"/>
            <p:cNvSpPr/>
            <p:nvPr/>
          </p:nvSpPr>
          <p:spPr>
            <a:xfrm>
              <a:off x="5639724" y="1864976"/>
              <a:ext cx="747467" cy="472544"/>
            </a:xfrm>
            <a:custGeom>
              <a:rect b="b" l="l" r="r" t="t"/>
              <a:pathLst>
                <a:path extrusionOk="0" h="11779" w="23331">
                  <a:moveTo>
                    <a:pt x="20490" y="1"/>
                  </a:moveTo>
                  <a:lnTo>
                    <a:pt x="1" y="2818"/>
                  </a:lnTo>
                  <a:lnTo>
                    <a:pt x="2001" y="10606"/>
                  </a:lnTo>
                  <a:lnTo>
                    <a:pt x="22727" y="11778"/>
                  </a:lnTo>
                  <a:cubicBezTo>
                    <a:pt x="23331" y="6037"/>
                    <a:pt x="20490" y="1"/>
                    <a:pt x="204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9"/>
            <p:cNvSpPr/>
            <p:nvPr/>
          </p:nvSpPr>
          <p:spPr>
            <a:xfrm>
              <a:off x="5443079" y="1697745"/>
              <a:ext cx="927454" cy="299935"/>
            </a:xfrm>
            <a:custGeom>
              <a:rect b="b" l="l" r="r" t="t"/>
              <a:pathLst>
                <a:path extrusionOk="0" h="9362" w="28949">
                  <a:moveTo>
                    <a:pt x="25859" y="1"/>
                  </a:moveTo>
                  <a:cubicBezTo>
                    <a:pt x="25859" y="1"/>
                    <a:pt x="22039" y="2298"/>
                    <a:pt x="16014" y="2298"/>
                  </a:cubicBezTo>
                  <a:cubicBezTo>
                    <a:pt x="15467" y="2298"/>
                    <a:pt x="14901" y="2279"/>
                    <a:pt x="14318" y="2238"/>
                  </a:cubicBezTo>
                  <a:cubicBezTo>
                    <a:pt x="14011" y="2217"/>
                    <a:pt x="13703" y="2206"/>
                    <a:pt x="13395" y="2206"/>
                  </a:cubicBezTo>
                  <a:cubicBezTo>
                    <a:pt x="6680" y="2206"/>
                    <a:pt x="0" y="7079"/>
                    <a:pt x="7334" y="8630"/>
                  </a:cubicBezTo>
                  <a:cubicBezTo>
                    <a:pt x="9778" y="9146"/>
                    <a:pt x="12317" y="9362"/>
                    <a:pt x="14746" y="9362"/>
                  </a:cubicBezTo>
                  <a:cubicBezTo>
                    <a:pt x="22388" y="9362"/>
                    <a:pt x="28949" y="7233"/>
                    <a:pt x="28096" y="5670"/>
                  </a:cubicBezTo>
                  <a:cubicBezTo>
                    <a:pt x="26983" y="3623"/>
                    <a:pt x="25859" y="1"/>
                    <a:pt x="25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9"/>
            <p:cNvSpPr/>
            <p:nvPr/>
          </p:nvSpPr>
          <p:spPr>
            <a:xfrm>
              <a:off x="5712931" y="442547"/>
              <a:ext cx="210486" cy="339437"/>
            </a:xfrm>
            <a:custGeom>
              <a:rect b="b" l="l" r="r" t="t"/>
              <a:pathLst>
                <a:path extrusionOk="0" h="10595" w="6570">
                  <a:moveTo>
                    <a:pt x="2095" y="0"/>
                  </a:moveTo>
                  <a:lnTo>
                    <a:pt x="2095" y="0"/>
                  </a:lnTo>
                  <a:cubicBezTo>
                    <a:pt x="497" y="119"/>
                    <a:pt x="0" y="1729"/>
                    <a:pt x="0" y="1729"/>
                  </a:cubicBezTo>
                  <a:lnTo>
                    <a:pt x="4344" y="10594"/>
                  </a:lnTo>
                  <a:cubicBezTo>
                    <a:pt x="4344" y="10594"/>
                    <a:pt x="6569" y="6605"/>
                    <a:pt x="5824" y="3409"/>
                  </a:cubicBezTo>
                  <a:cubicBezTo>
                    <a:pt x="5321" y="1263"/>
                    <a:pt x="3392" y="913"/>
                    <a:pt x="2189" y="913"/>
                  </a:cubicBezTo>
                  <a:cubicBezTo>
                    <a:pt x="1608" y="913"/>
                    <a:pt x="1196" y="995"/>
                    <a:pt x="1196" y="995"/>
                  </a:cubicBezTo>
                  <a:cubicBezTo>
                    <a:pt x="1290" y="829"/>
                    <a:pt x="2095" y="0"/>
                    <a:pt x="2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9"/>
            <p:cNvSpPr/>
            <p:nvPr/>
          </p:nvSpPr>
          <p:spPr>
            <a:xfrm>
              <a:off x="5109568" y="858362"/>
              <a:ext cx="1194967" cy="810581"/>
            </a:xfrm>
            <a:custGeom>
              <a:rect b="b" l="l" r="r" t="t"/>
              <a:pathLst>
                <a:path extrusionOk="0" h="25301" w="37299">
                  <a:moveTo>
                    <a:pt x="24988" y="0"/>
                  </a:moveTo>
                  <a:cubicBezTo>
                    <a:pt x="23236" y="0"/>
                    <a:pt x="20947" y="679"/>
                    <a:pt x="17969" y="2551"/>
                  </a:cubicBezTo>
                  <a:lnTo>
                    <a:pt x="13838" y="5108"/>
                  </a:lnTo>
                  <a:cubicBezTo>
                    <a:pt x="12275" y="6067"/>
                    <a:pt x="11329" y="7759"/>
                    <a:pt x="11317" y="9594"/>
                  </a:cubicBezTo>
                  <a:lnTo>
                    <a:pt x="11281" y="16672"/>
                  </a:lnTo>
                  <a:lnTo>
                    <a:pt x="2759" y="18519"/>
                  </a:lnTo>
                  <a:cubicBezTo>
                    <a:pt x="2759" y="18519"/>
                    <a:pt x="1" y="24899"/>
                    <a:pt x="8973" y="25266"/>
                  </a:cubicBezTo>
                  <a:cubicBezTo>
                    <a:pt x="9577" y="25289"/>
                    <a:pt x="10227" y="25301"/>
                    <a:pt x="10915" y="25301"/>
                  </a:cubicBezTo>
                  <a:cubicBezTo>
                    <a:pt x="20461" y="25301"/>
                    <a:pt x="37298" y="23159"/>
                    <a:pt x="37298" y="23159"/>
                  </a:cubicBezTo>
                  <a:cubicBezTo>
                    <a:pt x="37298" y="23159"/>
                    <a:pt x="30492" y="5498"/>
                    <a:pt x="30409" y="4658"/>
                  </a:cubicBezTo>
                  <a:cubicBezTo>
                    <a:pt x="30342" y="4061"/>
                    <a:pt x="29273" y="0"/>
                    <a:pt x="249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9"/>
            <p:cNvSpPr/>
            <p:nvPr/>
          </p:nvSpPr>
          <p:spPr>
            <a:xfrm>
              <a:off x="5745160" y="881685"/>
              <a:ext cx="107326" cy="164993"/>
            </a:xfrm>
            <a:custGeom>
              <a:rect b="b" l="l" r="r" t="t"/>
              <a:pathLst>
                <a:path extrusionOk="0" h="5150" w="3350">
                  <a:moveTo>
                    <a:pt x="3350" y="0"/>
                  </a:moveTo>
                  <a:lnTo>
                    <a:pt x="3350" y="0"/>
                  </a:lnTo>
                  <a:cubicBezTo>
                    <a:pt x="2225" y="166"/>
                    <a:pt x="1077" y="343"/>
                    <a:pt x="0" y="509"/>
                  </a:cubicBezTo>
                  <a:cubicBezTo>
                    <a:pt x="71" y="568"/>
                    <a:pt x="154" y="616"/>
                    <a:pt x="249" y="651"/>
                  </a:cubicBezTo>
                  <a:lnTo>
                    <a:pt x="1539" y="5149"/>
                  </a:lnTo>
                  <a:lnTo>
                    <a:pt x="2166" y="947"/>
                  </a:lnTo>
                  <a:cubicBezTo>
                    <a:pt x="2604" y="687"/>
                    <a:pt x="3007" y="367"/>
                    <a:pt x="3350"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9"/>
            <p:cNvSpPr/>
            <p:nvPr/>
          </p:nvSpPr>
          <p:spPr>
            <a:xfrm>
              <a:off x="5464160" y="545548"/>
              <a:ext cx="375832" cy="342865"/>
            </a:xfrm>
            <a:custGeom>
              <a:rect b="b" l="l" r="r" t="t"/>
              <a:pathLst>
                <a:path extrusionOk="0" h="10702" w="11731">
                  <a:moveTo>
                    <a:pt x="6039" y="0"/>
                  </a:moveTo>
                  <a:cubicBezTo>
                    <a:pt x="4468" y="0"/>
                    <a:pt x="2636" y="349"/>
                    <a:pt x="935" y="1532"/>
                  </a:cubicBezTo>
                  <a:cubicBezTo>
                    <a:pt x="935" y="1532"/>
                    <a:pt x="0" y="5367"/>
                    <a:pt x="2450" y="8444"/>
                  </a:cubicBezTo>
                  <a:cubicBezTo>
                    <a:pt x="3066" y="9214"/>
                    <a:pt x="3823" y="9865"/>
                    <a:pt x="4676" y="10374"/>
                  </a:cubicBezTo>
                  <a:cubicBezTo>
                    <a:pt x="5051" y="10590"/>
                    <a:pt x="5470" y="10701"/>
                    <a:pt x="5890" y="10701"/>
                  </a:cubicBezTo>
                  <a:cubicBezTo>
                    <a:pt x="6159" y="10701"/>
                    <a:pt x="6429" y="10656"/>
                    <a:pt x="6688" y="10563"/>
                  </a:cubicBezTo>
                  <a:cubicBezTo>
                    <a:pt x="7990" y="10102"/>
                    <a:pt x="10203" y="9202"/>
                    <a:pt x="11340" y="8066"/>
                  </a:cubicBezTo>
                  <a:cubicBezTo>
                    <a:pt x="11529" y="7876"/>
                    <a:pt x="11659" y="7628"/>
                    <a:pt x="11707" y="7367"/>
                  </a:cubicBezTo>
                  <a:cubicBezTo>
                    <a:pt x="11730" y="7202"/>
                    <a:pt x="11718" y="7024"/>
                    <a:pt x="11671" y="6858"/>
                  </a:cubicBezTo>
                  <a:lnTo>
                    <a:pt x="10026" y="727"/>
                  </a:lnTo>
                  <a:cubicBezTo>
                    <a:pt x="10026" y="727"/>
                    <a:pt x="8304" y="0"/>
                    <a:pt x="6039"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9"/>
            <p:cNvSpPr/>
            <p:nvPr/>
          </p:nvSpPr>
          <p:spPr>
            <a:xfrm>
              <a:off x="5688262" y="683726"/>
              <a:ext cx="202157" cy="257069"/>
            </a:xfrm>
            <a:custGeom>
              <a:rect b="b" l="l" r="r" t="t"/>
              <a:pathLst>
                <a:path extrusionOk="0" h="8024" w="6310">
                  <a:moveTo>
                    <a:pt x="4463" y="0"/>
                  </a:moveTo>
                  <a:lnTo>
                    <a:pt x="1" y="1397"/>
                  </a:lnTo>
                  <a:lnTo>
                    <a:pt x="1646" y="6878"/>
                  </a:lnTo>
                  <a:cubicBezTo>
                    <a:pt x="2229" y="7719"/>
                    <a:pt x="2846" y="8023"/>
                    <a:pt x="3434" y="8023"/>
                  </a:cubicBezTo>
                  <a:cubicBezTo>
                    <a:pt x="4972" y="8023"/>
                    <a:pt x="6310" y="5942"/>
                    <a:pt x="6310" y="5942"/>
                  </a:cubicBezTo>
                  <a:lnTo>
                    <a:pt x="4463" y="0"/>
                  </a:ln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9"/>
            <p:cNvSpPr/>
            <p:nvPr/>
          </p:nvSpPr>
          <p:spPr>
            <a:xfrm>
              <a:off x="5354944" y="434506"/>
              <a:ext cx="527882" cy="258927"/>
            </a:xfrm>
            <a:custGeom>
              <a:rect b="b" l="l" r="r" t="t"/>
              <a:pathLst>
                <a:path extrusionOk="0" h="8082" w="16477">
                  <a:moveTo>
                    <a:pt x="8459" y="1"/>
                  </a:moveTo>
                  <a:cubicBezTo>
                    <a:pt x="6380" y="1"/>
                    <a:pt x="5940" y="2652"/>
                    <a:pt x="5173" y="3187"/>
                  </a:cubicBezTo>
                  <a:cubicBezTo>
                    <a:pt x="4714" y="3511"/>
                    <a:pt x="4311" y="3636"/>
                    <a:pt x="3963" y="3636"/>
                  </a:cubicBezTo>
                  <a:cubicBezTo>
                    <a:pt x="2757" y="3636"/>
                    <a:pt x="2202" y="2134"/>
                    <a:pt x="2202" y="2133"/>
                  </a:cubicBezTo>
                  <a:lnTo>
                    <a:pt x="2202" y="2133"/>
                  </a:lnTo>
                  <a:cubicBezTo>
                    <a:pt x="2202" y="2134"/>
                    <a:pt x="0" y="7022"/>
                    <a:pt x="3338" y="7756"/>
                  </a:cubicBezTo>
                  <a:cubicBezTo>
                    <a:pt x="3602" y="7814"/>
                    <a:pt x="3847" y="7841"/>
                    <a:pt x="4074" y="7841"/>
                  </a:cubicBezTo>
                  <a:cubicBezTo>
                    <a:pt x="6611" y="7841"/>
                    <a:pt x="6960" y="4501"/>
                    <a:pt x="6960" y="4501"/>
                  </a:cubicBezTo>
                  <a:cubicBezTo>
                    <a:pt x="7484" y="5725"/>
                    <a:pt x="8098" y="6146"/>
                    <a:pt x="8695" y="6146"/>
                  </a:cubicBezTo>
                  <a:cubicBezTo>
                    <a:pt x="10017" y="6146"/>
                    <a:pt x="11257" y="4087"/>
                    <a:pt x="11257" y="4086"/>
                  </a:cubicBezTo>
                  <a:lnTo>
                    <a:pt x="11257" y="4086"/>
                  </a:lnTo>
                  <a:cubicBezTo>
                    <a:pt x="10756" y="7826"/>
                    <a:pt x="12531" y="8082"/>
                    <a:pt x="13026" y="8082"/>
                  </a:cubicBezTo>
                  <a:cubicBezTo>
                    <a:pt x="13104" y="8082"/>
                    <a:pt x="13151" y="8075"/>
                    <a:pt x="13151" y="8075"/>
                  </a:cubicBezTo>
                  <a:lnTo>
                    <a:pt x="13896" y="8075"/>
                  </a:lnTo>
                  <a:lnTo>
                    <a:pt x="14181" y="6525"/>
                  </a:lnTo>
                  <a:cubicBezTo>
                    <a:pt x="14181" y="6525"/>
                    <a:pt x="16477" y="6430"/>
                    <a:pt x="16465" y="4288"/>
                  </a:cubicBezTo>
                  <a:cubicBezTo>
                    <a:pt x="16465" y="3382"/>
                    <a:pt x="15569" y="3223"/>
                    <a:pt x="14940" y="3223"/>
                  </a:cubicBezTo>
                  <a:cubicBezTo>
                    <a:pt x="14598" y="3223"/>
                    <a:pt x="14334" y="3270"/>
                    <a:pt x="14334" y="3270"/>
                  </a:cubicBezTo>
                  <a:cubicBezTo>
                    <a:pt x="14165" y="1714"/>
                    <a:pt x="13311" y="1349"/>
                    <a:pt x="12545" y="1349"/>
                  </a:cubicBezTo>
                  <a:cubicBezTo>
                    <a:pt x="11866" y="1349"/>
                    <a:pt x="11257" y="1636"/>
                    <a:pt x="11257" y="1636"/>
                  </a:cubicBezTo>
                  <a:cubicBezTo>
                    <a:pt x="10878" y="1044"/>
                    <a:pt x="10334" y="559"/>
                    <a:pt x="9694" y="263"/>
                  </a:cubicBezTo>
                  <a:cubicBezTo>
                    <a:pt x="9227" y="80"/>
                    <a:pt x="8818" y="1"/>
                    <a:pt x="84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9"/>
            <p:cNvSpPr/>
            <p:nvPr/>
          </p:nvSpPr>
          <p:spPr>
            <a:xfrm>
              <a:off x="5773962" y="608213"/>
              <a:ext cx="104314" cy="112003"/>
            </a:xfrm>
            <a:custGeom>
              <a:rect b="b" l="l" r="r" t="t"/>
              <a:pathLst>
                <a:path extrusionOk="0" h="3496" w="3256">
                  <a:moveTo>
                    <a:pt x="1657" y="1"/>
                  </a:moveTo>
                  <a:cubicBezTo>
                    <a:pt x="807" y="1"/>
                    <a:pt x="94" y="734"/>
                    <a:pt x="48" y="1671"/>
                  </a:cubicBezTo>
                  <a:cubicBezTo>
                    <a:pt x="1" y="2642"/>
                    <a:pt x="664" y="3458"/>
                    <a:pt x="1540" y="3494"/>
                  </a:cubicBezTo>
                  <a:cubicBezTo>
                    <a:pt x="1566" y="3495"/>
                    <a:pt x="1592" y="3496"/>
                    <a:pt x="1618" y="3496"/>
                  </a:cubicBezTo>
                  <a:cubicBezTo>
                    <a:pt x="2460" y="3496"/>
                    <a:pt x="3163" y="2766"/>
                    <a:pt x="3208" y="1825"/>
                  </a:cubicBezTo>
                  <a:cubicBezTo>
                    <a:pt x="3256" y="866"/>
                    <a:pt x="2593" y="49"/>
                    <a:pt x="1717" y="2"/>
                  </a:cubicBezTo>
                  <a:cubicBezTo>
                    <a:pt x="1697" y="1"/>
                    <a:pt x="1677" y="1"/>
                    <a:pt x="1657"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9"/>
            <p:cNvSpPr/>
            <p:nvPr/>
          </p:nvSpPr>
          <p:spPr>
            <a:xfrm>
              <a:off x="5794434" y="814919"/>
              <a:ext cx="181685" cy="231759"/>
            </a:xfrm>
            <a:custGeom>
              <a:rect b="b" l="l" r="r" t="t"/>
              <a:pathLst>
                <a:path extrusionOk="0" h="7234" w="5671">
                  <a:moveTo>
                    <a:pt x="2487" y="1"/>
                  </a:moveTo>
                  <a:cubicBezTo>
                    <a:pt x="2487" y="1"/>
                    <a:pt x="2865" y="960"/>
                    <a:pt x="1824" y="2084"/>
                  </a:cubicBezTo>
                  <a:cubicBezTo>
                    <a:pt x="1469" y="2451"/>
                    <a:pt x="1078" y="2771"/>
                    <a:pt x="640" y="3019"/>
                  </a:cubicBezTo>
                  <a:lnTo>
                    <a:pt x="1" y="7233"/>
                  </a:lnTo>
                  <a:lnTo>
                    <a:pt x="1765" y="3943"/>
                  </a:lnTo>
                  <a:lnTo>
                    <a:pt x="3232" y="5067"/>
                  </a:lnTo>
                  <a:cubicBezTo>
                    <a:pt x="4534" y="4310"/>
                    <a:pt x="5434" y="3007"/>
                    <a:pt x="5671" y="1516"/>
                  </a:cubicBezTo>
                  <a:cubicBezTo>
                    <a:pt x="5671" y="1504"/>
                    <a:pt x="5671" y="1504"/>
                    <a:pt x="5671" y="1492"/>
                  </a:cubicBezTo>
                  <a:cubicBezTo>
                    <a:pt x="5671" y="1492"/>
                    <a:pt x="3552" y="889"/>
                    <a:pt x="24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9"/>
            <p:cNvSpPr/>
            <p:nvPr/>
          </p:nvSpPr>
          <p:spPr>
            <a:xfrm>
              <a:off x="5684097" y="871818"/>
              <a:ext cx="110369" cy="174861"/>
            </a:xfrm>
            <a:custGeom>
              <a:rect b="b" l="l" r="r" t="t"/>
              <a:pathLst>
                <a:path extrusionOk="0" h="5458" w="3445">
                  <a:moveTo>
                    <a:pt x="1480" y="0"/>
                  </a:moveTo>
                  <a:lnTo>
                    <a:pt x="0" y="1018"/>
                  </a:lnTo>
                  <a:cubicBezTo>
                    <a:pt x="0" y="1054"/>
                    <a:pt x="0" y="1089"/>
                    <a:pt x="0" y="1113"/>
                  </a:cubicBezTo>
                  <a:cubicBezTo>
                    <a:pt x="0" y="1397"/>
                    <a:pt x="95" y="2261"/>
                    <a:pt x="1397" y="2616"/>
                  </a:cubicBezTo>
                  <a:lnTo>
                    <a:pt x="1693" y="2096"/>
                  </a:lnTo>
                  <a:lnTo>
                    <a:pt x="3445" y="5457"/>
                  </a:lnTo>
                  <a:lnTo>
                    <a:pt x="2155" y="959"/>
                  </a:lnTo>
                  <a:cubicBezTo>
                    <a:pt x="2060" y="924"/>
                    <a:pt x="1977" y="876"/>
                    <a:pt x="1906" y="805"/>
                  </a:cubicBezTo>
                  <a:cubicBezTo>
                    <a:pt x="1669" y="604"/>
                    <a:pt x="1516" y="320"/>
                    <a:pt x="14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9"/>
            <p:cNvSpPr/>
            <p:nvPr/>
          </p:nvSpPr>
          <p:spPr>
            <a:xfrm>
              <a:off x="5814938" y="911640"/>
              <a:ext cx="36042" cy="65997"/>
            </a:xfrm>
            <a:custGeom>
              <a:rect b="b" l="l" r="r" t="t"/>
              <a:pathLst>
                <a:path extrusionOk="0" h="2060" w="1125">
                  <a:moveTo>
                    <a:pt x="0" y="0"/>
                  </a:moveTo>
                  <a:lnTo>
                    <a:pt x="521" y="2060"/>
                  </a:lnTo>
                  <a:lnTo>
                    <a:pt x="1125" y="94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9"/>
            <p:cNvSpPr/>
            <p:nvPr/>
          </p:nvSpPr>
          <p:spPr>
            <a:xfrm>
              <a:off x="5738336" y="902542"/>
              <a:ext cx="14801" cy="60711"/>
            </a:xfrm>
            <a:custGeom>
              <a:rect b="b" l="l" r="r" t="t"/>
              <a:pathLst>
                <a:path extrusionOk="0" h="1895" w="462">
                  <a:moveTo>
                    <a:pt x="462" y="0"/>
                  </a:moveTo>
                  <a:lnTo>
                    <a:pt x="0" y="1137"/>
                  </a:lnTo>
                  <a:lnTo>
                    <a:pt x="403" y="1894"/>
                  </a:lnTo>
                  <a:lnTo>
                    <a:pt x="4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9"/>
            <p:cNvSpPr/>
            <p:nvPr/>
          </p:nvSpPr>
          <p:spPr>
            <a:xfrm>
              <a:off x="5728853" y="824050"/>
              <a:ext cx="88007" cy="61448"/>
            </a:xfrm>
            <a:custGeom>
              <a:rect b="b" l="l" r="r" t="t"/>
              <a:pathLst>
                <a:path extrusionOk="0" h="1918" w="2747">
                  <a:moveTo>
                    <a:pt x="2746" y="0"/>
                  </a:moveTo>
                  <a:lnTo>
                    <a:pt x="0" y="1243"/>
                  </a:lnTo>
                  <a:lnTo>
                    <a:pt x="201" y="1918"/>
                  </a:lnTo>
                  <a:cubicBezTo>
                    <a:pt x="1693" y="1598"/>
                    <a:pt x="2746" y="0"/>
                    <a:pt x="2746"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9"/>
            <p:cNvSpPr/>
            <p:nvPr/>
          </p:nvSpPr>
          <p:spPr>
            <a:xfrm>
              <a:off x="5798983" y="632882"/>
              <a:ext cx="56931" cy="37996"/>
            </a:xfrm>
            <a:custGeom>
              <a:rect b="b" l="l" r="r" t="t"/>
              <a:pathLst>
                <a:path extrusionOk="0" h="1186" w="1777">
                  <a:moveTo>
                    <a:pt x="871" y="0"/>
                  </a:moveTo>
                  <a:cubicBezTo>
                    <a:pt x="392" y="0"/>
                    <a:pt x="1" y="394"/>
                    <a:pt x="13" y="877"/>
                  </a:cubicBezTo>
                  <a:cubicBezTo>
                    <a:pt x="1" y="948"/>
                    <a:pt x="13" y="1031"/>
                    <a:pt x="25" y="1114"/>
                  </a:cubicBezTo>
                  <a:cubicBezTo>
                    <a:pt x="127" y="674"/>
                    <a:pt x="486" y="461"/>
                    <a:pt x="845" y="461"/>
                  </a:cubicBezTo>
                  <a:cubicBezTo>
                    <a:pt x="1230" y="461"/>
                    <a:pt x="1614" y="707"/>
                    <a:pt x="1682" y="1185"/>
                  </a:cubicBezTo>
                  <a:cubicBezTo>
                    <a:pt x="1705" y="1114"/>
                    <a:pt x="1717" y="1043"/>
                    <a:pt x="1729" y="960"/>
                  </a:cubicBezTo>
                  <a:cubicBezTo>
                    <a:pt x="1776" y="463"/>
                    <a:pt x="1410" y="25"/>
                    <a:pt x="912" y="1"/>
                  </a:cubicBezTo>
                  <a:cubicBezTo>
                    <a:pt x="898" y="1"/>
                    <a:pt x="885" y="0"/>
                    <a:pt x="871"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9"/>
            <p:cNvSpPr/>
            <p:nvPr/>
          </p:nvSpPr>
          <p:spPr>
            <a:xfrm>
              <a:off x="5492577" y="686289"/>
              <a:ext cx="336041" cy="283147"/>
            </a:xfrm>
            <a:custGeom>
              <a:rect b="b" l="l" r="r" t="t"/>
              <a:pathLst>
                <a:path extrusionOk="0" h="8838" w="10489">
                  <a:moveTo>
                    <a:pt x="1121" y="0"/>
                  </a:moveTo>
                  <a:cubicBezTo>
                    <a:pt x="446" y="0"/>
                    <a:pt x="31" y="39"/>
                    <a:pt x="3" y="39"/>
                  </a:cubicBezTo>
                  <a:cubicBezTo>
                    <a:pt x="1" y="39"/>
                    <a:pt x="1" y="39"/>
                    <a:pt x="1" y="39"/>
                  </a:cubicBezTo>
                  <a:lnTo>
                    <a:pt x="1" y="39"/>
                  </a:lnTo>
                  <a:cubicBezTo>
                    <a:pt x="91" y="4571"/>
                    <a:pt x="3136" y="8838"/>
                    <a:pt x="6104" y="8838"/>
                  </a:cubicBezTo>
                  <a:cubicBezTo>
                    <a:pt x="6268" y="8838"/>
                    <a:pt x="6431" y="8825"/>
                    <a:pt x="6594" y="8798"/>
                  </a:cubicBezTo>
                  <a:cubicBezTo>
                    <a:pt x="9695" y="8289"/>
                    <a:pt x="10488" y="2903"/>
                    <a:pt x="10488" y="2903"/>
                  </a:cubicBezTo>
                  <a:cubicBezTo>
                    <a:pt x="7242" y="329"/>
                    <a:pt x="3083" y="0"/>
                    <a:pt x="1121"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9"/>
            <p:cNvSpPr/>
            <p:nvPr/>
          </p:nvSpPr>
          <p:spPr>
            <a:xfrm>
              <a:off x="5760699" y="803930"/>
              <a:ext cx="66766" cy="242748"/>
            </a:xfrm>
            <a:custGeom>
              <a:rect b="b" l="l" r="r" t="t"/>
              <a:pathLst>
                <a:path extrusionOk="0" h="7577" w="2084">
                  <a:moveTo>
                    <a:pt x="2084" y="1"/>
                  </a:moveTo>
                  <a:cubicBezTo>
                    <a:pt x="1314" y="2652"/>
                    <a:pt x="0" y="4037"/>
                    <a:pt x="0" y="4037"/>
                  </a:cubicBezTo>
                  <a:lnTo>
                    <a:pt x="1054" y="7576"/>
                  </a:lnTo>
                  <a:lnTo>
                    <a:pt x="2084" y="1"/>
                  </a:ln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9"/>
            <p:cNvSpPr/>
            <p:nvPr/>
          </p:nvSpPr>
          <p:spPr>
            <a:xfrm>
              <a:off x="5624123" y="685167"/>
              <a:ext cx="94895" cy="40303"/>
            </a:xfrm>
            <a:custGeom>
              <a:rect b="b" l="l" r="r" t="t"/>
              <a:pathLst>
                <a:path extrusionOk="0" h="1258" w="2962">
                  <a:moveTo>
                    <a:pt x="1080" y="0"/>
                  </a:moveTo>
                  <a:cubicBezTo>
                    <a:pt x="491" y="0"/>
                    <a:pt x="0" y="493"/>
                    <a:pt x="73" y="1068"/>
                  </a:cubicBezTo>
                  <a:cubicBezTo>
                    <a:pt x="541" y="890"/>
                    <a:pt x="972" y="826"/>
                    <a:pt x="1351" y="826"/>
                  </a:cubicBezTo>
                  <a:cubicBezTo>
                    <a:pt x="2333" y="826"/>
                    <a:pt x="2961" y="1258"/>
                    <a:pt x="2961" y="1258"/>
                  </a:cubicBezTo>
                  <a:cubicBezTo>
                    <a:pt x="2677" y="524"/>
                    <a:pt x="1967" y="192"/>
                    <a:pt x="1316" y="27"/>
                  </a:cubicBezTo>
                  <a:cubicBezTo>
                    <a:pt x="1237" y="9"/>
                    <a:pt x="1158" y="0"/>
                    <a:pt x="1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9"/>
            <p:cNvSpPr/>
            <p:nvPr/>
          </p:nvSpPr>
          <p:spPr>
            <a:xfrm>
              <a:off x="5504719" y="720633"/>
              <a:ext cx="55777" cy="51100"/>
            </a:xfrm>
            <a:custGeom>
              <a:rect b="b" l="l" r="r" t="t"/>
              <a:pathLst>
                <a:path extrusionOk="0" h="1595" w="1741">
                  <a:moveTo>
                    <a:pt x="933" y="1"/>
                  </a:moveTo>
                  <a:cubicBezTo>
                    <a:pt x="604" y="1"/>
                    <a:pt x="281" y="170"/>
                    <a:pt x="143" y="506"/>
                  </a:cubicBezTo>
                  <a:cubicBezTo>
                    <a:pt x="13" y="849"/>
                    <a:pt x="1" y="1239"/>
                    <a:pt x="119" y="1595"/>
                  </a:cubicBezTo>
                  <a:cubicBezTo>
                    <a:pt x="599" y="567"/>
                    <a:pt x="1394" y="478"/>
                    <a:pt x="1655" y="478"/>
                  </a:cubicBezTo>
                  <a:cubicBezTo>
                    <a:pt x="1709" y="478"/>
                    <a:pt x="1741" y="482"/>
                    <a:pt x="1741" y="482"/>
                  </a:cubicBezTo>
                  <a:cubicBezTo>
                    <a:pt x="1577" y="161"/>
                    <a:pt x="1252" y="1"/>
                    <a:pt x="9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9"/>
            <p:cNvSpPr/>
            <p:nvPr/>
          </p:nvSpPr>
          <p:spPr>
            <a:xfrm>
              <a:off x="5645780" y="767087"/>
              <a:ext cx="65645" cy="34088"/>
            </a:xfrm>
            <a:custGeom>
              <a:rect b="b" l="l" r="r" t="t"/>
              <a:pathLst>
                <a:path extrusionOk="0" h="1064" w="2049">
                  <a:moveTo>
                    <a:pt x="2032" y="0"/>
                  </a:moveTo>
                  <a:cubicBezTo>
                    <a:pt x="2019" y="0"/>
                    <a:pt x="1998" y="34"/>
                    <a:pt x="1978" y="85"/>
                  </a:cubicBezTo>
                  <a:cubicBezTo>
                    <a:pt x="1942" y="156"/>
                    <a:pt x="1895" y="239"/>
                    <a:pt x="1847" y="358"/>
                  </a:cubicBezTo>
                  <a:cubicBezTo>
                    <a:pt x="1776" y="476"/>
                    <a:pt x="1694" y="583"/>
                    <a:pt x="1599" y="677"/>
                  </a:cubicBezTo>
                  <a:cubicBezTo>
                    <a:pt x="1540" y="736"/>
                    <a:pt x="1481" y="772"/>
                    <a:pt x="1410" y="807"/>
                  </a:cubicBezTo>
                  <a:cubicBezTo>
                    <a:pt x="1327" y="843"/>
                    <a:pt x="1244" y="867"/>
                    <a:pt x="1161" y="867"/>
                  </a:cubicBezTo>
                  <a:cubicBezTo>
                    <a:pt x="1118" y="873"/>
                    <a:pt x="1075" y="876"/>
                    <a:pt x="1033" y="876"/>
                  </a:cubicBezTo>
                  <a:cubicBezTo>
                    <a:pt x="911" y="876"/>
                    <a:pt x="793" y="851"/>
                    <a:pt x="687" y="807"/>
                  </a:cubicBezTo>
                  <a:cubicBezTo>
                    <a:pt x="557" y="748"/>
                    <a:pt x="439" y="677"/>
                    <a:pt x="332" y="594"/>
                  </a:cubicBezTo>
                  <a:cubicBezTo>
                    <a:pt x="152" y="448"/>
                    <a:pt x="46" y="333"/>
                    <a:pt x="27" y="333"/>
                  </a:cubicBezTo>
                  <a:cubicBezTo>
                    <a:pt x="26" y="333"/>
                    <a:pt x="25" y="333"/>
                    <a:pt x="25" y="334"/>
                  </a:cubicBezTo>
                  <a:cubicBezTo>
                    <a:pt x="1" y="346"/>
                    <a:pt x="60" y="500"/>
                    <a:pt x="238" y="689"/>
                  </a:cubicBezTo>
                  <a:cubicBezTo>
                    <a:pt x="344" y="807"/>
                    <a:pt x="474" y="890"/>
                    <a:pt x="616" y="961"/>
                  </a:cubicBezTo>
                  <a:cubicBezTo>
                    <a:pt x="758" y="1027"/>
                    <a:pt x="914" y="1063"/>
                    <a:pt x="1067" y="1063"/>
                  </a:cubicBezTo>
                  <a:cubicBezTo>
                    <a:pt x="1107" y="1063"/>
                    <a:pt x="1146" y="1061"/>
                    <a:pt x="1185" y="1056"/>
                  </a:cubicBezTo>
                  <a:cubicBezTo>
                    <a:pt x="1291" y="1044"/>
                    <a:pt x="1386" y="1021"/>
                    <a:pt x="1481" y="973"/>
                  </a:cubicBezTo>
                  <a:cubicBezTo>
                    <a:pt x="1563" y="926"/>
                    <a:pt x="1646" y="878"/>
                    <a:pt x="1717" y="807"/>
                  </a:cubicBezTo>
                  <a:cubicBezTo>
                    <a:pt x="1824" y="689"/>
                    <a:pt x="1907" y="559"/>
                    <a:pt x="1954" y="405"/>
                  </a:cubicBezTo>
                  <a:cubicBezTo>
                    <a:pt x="1990" y="310"/>
                    <a:pt x="2025" y="216"/>
                    <a:pt x="2037" y="109"/>
                  </a:cubicBezTo>
                  <a:cubicBezTo>
                    <a:pt x="2049" y="38"/>
                    <a:pt x="2049" y="3"/>
                    <a:pt x="2037" y="3"/>
                  </a:cubicBezTo>
                  <a:cubicBezTo>
                    <a:pt x="2035" y="1"/>
                    <a:pt x="2034" y="0"/>
                    <a:pt x="2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9"/>
            <p:cNvSpPr/>
            <p:nvPr/>
          </p:nvSpPr>
          <p:spPr>
            <a:xfrm>
              <a:off x="5532399" y="789161"/>
              <a:ext cx="44404" cy="33383"/>
            </a:xfrm>
            <a:custGeom>
              <a:rect b="b" l="l" r="r" t="t"/>
              <a:pathLst>
                <a:path extrusionOk="0" h="1042" w="1386">
                  <a:moveTo>
                    <a:pt x="1303" y="0"/>
                  </a:moveTo>
                  <a:cubicBezTo>
                    <a:pt x="1291" y="0"/>
                    <a:pt x="1279" y="24"/>
                    <a:pt x="1279" y="83"/>
                  </a:cubicBezTo>
                  <a:cubicBezTo>
                    <a:pt x="1267" y="142"/>
                    <a:pt x="1267" y="213"/>
                    <a:pt x="1255" y="308"/>
                  </a:cubicBezTo>
                  <a:cubicBezTo>
                    <a:pt x="1244" y="414"/>
                    <a:pt x="1208" y="509"/>
                    <a:pt x="1161" y="604"/>
                  </a:cubicBezTo>
                  <a:cubicBezTo>
                    <a:pt x="1113" y="710"/>
                    <a:pt x="1019" y="793"/>
                    <a:pt x="912" y="840"/>
                  </a:cubicBezTo>
                  <a:cubicBezTo>
                    <a:pt x="853" y="852"/>
                    <a:pt x="791" y="858"/>
                    <a:pt x="729" y="858"/>
                  </a:cubicBezTo>
                  <a:cubicBezTo>
                    <a:pt x="667" y="858"/>
                    <a:pt x="604" y="852"/>
                    <a:pt x="545" y="840"/>
                  </a:cubicBezTo>
                  <a:cubicBezTo>
                    <a:pt x="439" y="817"/>
                    <a:pt x="344" y="781"/>
                    <a:pt x="249" y="722"/>
                  </a:cubicBezTo>
                  <a:cubicBezTo>
                    <a:pt x="103" y="632"/>
                    <a:pt x="43" y="532"/>
                    <a:pt x="17" y="532"/>
                  </a:cubicBezTo>
                  <a:cubicBezTo>
                    <a:pt x="15" y="532"/>
                    <a:pt x="14" y="532"/>
                    <a:pt x="13" y="533"/>
                  </a:cubicBezTo>
                  <a:cubicBezTo>
                    <a:pt x="1" y="533"/>
                    <a:pt x="1" y="568"/>
                    <a:pt x="24" y="627"/>
                  </a:cubicBezTo>
                  <a:cubicBezTo>
                    <a:pt x="60" y="698"/>
                    <a:pt x="107" y="769"/>
                    <a:pt x="178" y="829"/>
                  </a:cubicBezTo>
                  <a:cubicBezTo>
                    <a:pt x="273" y="911"/>
                    <a:pt x="380" y="971"/>
                    <a:pt x="498" y="1006"/>
                  </a:cubicBezTo>
                  <a:cubicBezTo>
                    <a:pt x="569" y="1018"/>
                    <a:pt x="652" y="1030"/>
                    <a:pt x="723" y="1042"/>
                  </a:cubicBezTo>
                  <a:cubicBezTo>
                    <a:pt x="806" y="1042"/>
                    <a:pt x="889" y="1030"/>
                    <a:pt x="971" y="1006"/>
                  </a:cubicBezTo>
                  <a:cubicBezTo>
                    <a:pt x="1125" y="947"/>
                    <a:pt x="1244" y="829"/>
                    <a:pt x="1315" y="687"/>
                  </a:cubicBezTo>
                  <a:cubicBezTo>
                    <a:pt x="1362" y="568"/>
                    <a:pt x="1386" y="438"/>
                    <a:pt x="1386" y="320"/>
                  </a:cubicBezTo>
                  <a:cubicBezTo>
                    <a:pt x="1386" y="237"/>
                    <a:pt x="1374" y="154"/>
                    <a:pt x="1350" y="71"/>
                  </a:cubicBezTo>
                  <a:cubicBezTo>
                    <a:pt x="1326" y="24"/>
                    <a:pt x="1315" y="0"/>
                    <a:pt x="1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9"/>
            <p:cNvSpPr/>
            <p:nvPr/>
          </p:nvSpPr>
          <p:spPr>
            <a:xfrm>
              <a:off x="5598012" y="747032"/>
              <a:ext cx="26207" cy="124209"/>
            </a:xfrm>
            <a:custGeom>
              <a:rect b="b" l="l" r="r" t="t"/>
              <a:pathLst>
                <a:path extrusionOk="0" h="3877" w="818">
                  <a:moveTo>
                    <a:pt x="73" y="1"/>
                  </a:moveTo>
                  <a:cubicBezTo>
                    <a:pt x="73" y="1"/>
                    <a:pt x="72" y="1"/>
                    <a:pt x="72" y="1"/>
                  </a:cubicBezTo>
                  <a:cubicBezTo>
                    <a:pt x="48" y="1"/>
                    <a:pt x="119" y="250"/>
                    <a:pt x="237" y="652"/>
                  </a:cubicBezTo>
                  <a:cubicBezTo>
                    <a:pt x="296" y="853"/>
                    <a:pt x="367" y="1102"/>
                    <a:pt x="427" y="1362"/>
                  </a:cubicBezTo>
                  <a:cubicBezTo>
                    <a:pt x="509" y="1647"/>
                    <a:pt x="569" y="1942"/>
                    <a:pt x="616" y="2238"/>
                  </a:cubicBezTo>
                  <a:cubicBezTo>
                    <a:pt x="628" y="2380"/>
                    <a:pt x="628" y="2522"/>
                    <a:pt x="616" y="2664"/>
                  </a:cubicBezTo>
                  <a:cubicBezTo>
                    <a:pt x="604" y="2795"/>
                    <a:pt x="569" y="2925"/>
                    <a:pt x="521" y="3043"/>
                  </a:cubicBezTo>
                  <a:cubicBezTo>
                    <a:pt x="474" y="3150"/>
                    <a:pt x="415" y="3256"/>
                    <a:pt x="332" y="3339"/>
                  </a:cubicBezTo>
                  <a:cubicBezTo>
                    <a:pt x="296" y="3386"/>
                    <a:pt x="261" y="3422"/>
                    <a:pt x="225" y="3458"/>
                  </a:cubicBezTo>
                  <a:lnTo>
                    <a:pt x="202" y="3469"/>
                  </a:lnTo>
                  <a:lnTo>
                    <a:pt x="178" y="3493"/>
                  </a:lnTo>
                  <a:lnTo>
                    <a:pt x="119" y="3529"/>
                  </a:lnTo>
                  <a:cubicBezTo>
                    <a:pt x="83" y="3552"/>
                    <a:pt x="48" y="3576"/>
                    <a:pt x="1" y="3600"/>
                  </a:cubicBezTo>
                  <a:cubicBezTo>
                    <a:pt x="72" y="3659"/>
                    <a:pt x="143" y="3706"/>
                    <a:pt x="225" y="3753"/>
                  </a:cubicBezTo>
                  <a:cubicBezTo>
                    <a:pt x="273" y="3777"/>
                    <a:pt x="320" y="3789"/>
                    <a:pt x="367" y="3813"/>
                  </a:cubicBezTo>
                  <a:cubicBezTo>
                    <a:pt x="438" y="3836"/>
                    <a:pt x="509" y="3860"/>
                    <a:pt x="592" y="3872"/>
                  </a:cubicBezTo>
                  <a:cubicBezTo>
                    <a:pt x="630" y="3875"/>
                    <a:pt x="664" y="3877"/>
                    <a:pt x="691" y="3877"/>
                  </a:cubicBezTo>
                  <a:cubicBezTo>
                    <a:pt x="758" y="3877"/>
                    <a:pt x="794" y="3868"/>
                    <a:pt x="794" y="3860"/>
                  </a:cubicBezTo>
                  <a:cubicBezTo>
                    <a:pt x="794" y="3848"/>
                    <a:pt x="723" y="3836"/>
                    <a:pt x="616" y="3765"/>
                  </a:cubicBezTo>
                  <a:cubicBezTo>
                    <a:pt x="545" y="3753"/>
                    <a:pt x="474" y="3718"/>
                    <a:pt x="403" y="3682"/>
                  </a:cubicBezTo>
                  <a:cubicBezTo>
                    <a:pt x="367" y="3671"/>
                    <a:pt x="320" y="3647"/>
                    <a:pt x="285" y="3623"/>
                  </a:cubicBezTo>
                  <a:lnTo>
                    <a:pt x="273" y="3611"/>
                  </a:lnTo>
                  <a:lnTo>
                    <a:pt x="261" y="3611"/>
                  </a:lnTo>
                  <a:cubicBezTo>
                    <a:pt x="249" y="3611"/>
                    <a:pt x="249" y="3600"/>
                    <a:pt x="249" y="3600"/>
                  </a:cubicBezTo>
                  <a:lnTo>
                    <a:pt x="273" y="3588"/>
                  </a:lnTo>
                  <a:lnTo>
                    <a:pt x="285" y="3588"/>
                  </a:lnTo>
                  <a:lnTo>
                    <a:pt x="308" y="3576"/>
                  </a:lnTo>
                  <a:cubicBezTo>
                    <a:pt x="356" y="3540"/>
                    <a:pt x="403" y="3493"/>
                    <a:pt x="450" y="3446"/>
                  </a:cubicBezTo>
                  <a:cubicBezTo>
                    <a:pt x="545" y="3351"/>
                    <a:pt x="628" y="3233"/>
                    <a:pt x="675" y="3114"/>
                  </a:cubicBezTo>
                  <a:cubicBezTo>
                    <a:pt x="746" y="2972"/>
                    <a:pt x="782" y="2830"/>
                    <a:pt x="794" y="2676"/>
                  </a:cubicBezTo>
                  <a:cubicBezTo>
                    <a:pt x="817" y="2522"/>
                    <a:pt x="817" y="2369"/>
                    <a:pt x="794" y="2215"/>
                  </a:cubicBezTo>
                  <a:cubicBezTo>
                    <a:pt x="758" y="1907"/>
                    <a:pt x="687" y="1611"/>
                    <a:pt x="592" y="1327"/>
                  </a:cubicBezTo>
                  <a:cubicBezTo>
                    <a:pt x="509" y="1055"/>
                    <a:pt x="438" y="818"/>
                    <a:pt x="356" y="617"/>
                  </a:cubicBezTo>
                  <a:cubicBezTo>
                    <a:pt x="217" y="235"/>
                    <a:pt x="101" y="1"/>
                    <a:pt x="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9"/>
            <p:cNvSpPr/>
            <p:nvPr/>
          </p:nvSpPr>
          <p:spPr>
            <a:xfrm>
              <a:off x="5799368" y="629134"/>
              <a:ext cx="44788" cy="47031"/>
            </a:xfrm>
            <a:custGeom>
              <a:rect b="b" l="l" r="r" t="t"/>
              <a:pathLst>
                <a:path extrusionOk="0" h="1468" w="1398">
                  <a:moveTo>
                    <a:pt x="900" y="0"/>
                  </a:moveTo>
                  <a:cubicBezTo>
                    <a:pt x="818" y="0"/>
                    <a:pt x="747" y="0"/>
                    <a:pt x="675" y="24"/>
                  </a:cubicBezTo>
                  <a:cubicBezTo>
                    <a:pt x="415" y="83"/>
                    <a:pt x="202" y="260"/>
                    <a:pt x="95" y="497"/>
                  </a:cubicBezTo>
                  <a:cubicBezTo>
                    <a:pt x="60" y="568"/>
                    <a:pt x="36" y="651"/>
                    <a:pt x="24" y="734"/>
                  </a:cubicBezTo>
                  <a:cubicBezTo>
                    <a:pt x="1" y="864"/>
                    <a:pt x="1" y="1006"/>
                    <a:pt x="24" y="1136"/>
                  </a:cubicBezTo>
                  <a:cubicBezTo>
                    <a:pt x="72" y="1349"/>
                    <a:pt x="155" y="1468"/>
                    <a:pt x="178" y="1468"/>
                  </a:cubicBezTo>
                  <a:cubicBezTo>
                    <a:pt x="202" y="1456"/>
                    <a:pt x="167" y="1326"/>
                    <a:pt x="155" y="1124"/>
                  </a:cubicBezTo>
                  <a:cubicBezTo>
                    <a:pt x="155" y="1006"/>
                    <a:pt x="155" y="888"/>
                    <a:pt x="178" y="769"/>
                  </a:cubicBezTo>
                  <a:cubicBezTo>
                    <a:pt x="214" y="627"/>
                    <a:pt x="285" y="509"/>
                    <a:pt x="368" y="402"/>
                  </a:cubicBezTo>
                  <a:cubicBezTo>
                    <a:pt x="462" y="308"/>
                    <a:pt x="581" y="225"/>
                    <a:pt x="711" y="189"/>
                  </a:cubicBezTo>
                  <a:cubicBezTo>
                    <a:pt x="770" y="170"/>
                    <a:pt x="832" y="161"/>
                    <a:pt x="894" y="161"/>
                  </a:cubicBezTo>
                  <a:cubicBezTo>
                    <a:pt x="944" y="161"/>
                    <a:pt x="995" y="167"/>
                    <a:pt x="1042" y="178"/>
                  </a:cubicBezTo>
                  <a:cubicBezTo>
                    <a:pt x="1137" y="189"/>
                    <a:pt x="1232" y="213"/>
                    <a:pt x="1291" y="225"/>
                  </a:cubicBezTo>
                  <a:cubicBezTo>
                    <a:pt x="1321" y="231"/>
                    <a:pt x="1344" y="234"/>
                    <a:pt x="1361" y="234"/>
                  </a:cubicBezTo>
                  <a:cubicBezTo>
                    <a:pt x="1377" y="234"/>
                    <a:pt x="1386" y="231"/>
                    <a:pt x="1386" y="225"/>
                  </a:cubicBezTo>
                  <a:cubicBezTo>
                    <a:pt x="1398" y="213"/>
                    <a:pt x="1374" y="189"/>
                    <a:pt x="1315" y="154"/>
                  </a:cubicBezTo>
                  <a:cubicBezTo>
                    <a:pt x="1244" y="107"/>
                    <a:pt x="1161" y="71"/>
                    <a:pt x="1078" y="47"/>
                  </a:cubicBezTo>
                  <a:cubicBezTo>
                    <a:pt x="1019" y="24"/>
                    <a:pt x="960" y="12"/>
                    <a:pt x="9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9"/>
            <p:cNvSpPr/>
            <p:nvPr/>
          </p:nvSpPr>
          <p:spPr>
            <a:xfrm>
              <a:off x="5804302" y="663991"/>
              <a:ext cx="26976" cy="39278"/>
            </a:xfrm>
            <a:custGeom>
              <a:rect b="b" l="l" r="r" t="t"/>
              <a:pathLst>
                <a:path extrusionOk="0" h="1226" w="842">
                  <a:moveTo>
                    <a:pt x="374" y="0"/>
                  </a:moveTo>
                  <a:cubicBezTo>
                    <a:pt x="337" y="0"/>
                    <a:pt x="299" y="4"/>
                    <a:pt x="261" y="13"/>
                  </a:cubicBezTo>
                  <a:cubicBezTo>
                    <a:pt x="190" y="13"/>
                    <a:pt x="131" y="36"/>
                    <a:pt x="72" y="72"/>
                  </a:cubicBezTo>
                  <a:cubicBezTo>
                    <a:pt x="24" y="96"/>
                    <a:pt x="1" y="108"/>
                    <a:pt x="13" y="119"/>
                  </a:cubicBezTo>
                  <a:cubicBezTo>
                    <a:pt x="13" y="143"/>
                    <a:pt x="36" y="143"/>
                    <a:pt x="84" y="143"/>
                  </a:cubicBezTo>
                  <a:lnTo>
                    <a:pt x="273" y="143"/>
                  </a:lnTo>
                  <a:cubicBezTo>
                    <a:pt x="356" y="143"/>
                    <a:pt x="427" y="155"/>
                    <a:pt x="510" y="202"/>
                  </a:cubicBezTo>
                  <a:cubicBezTo>
                    <a:pt x="581" y="238"/>
                    <a:pt x="640" y="321"/>
                    <a:pt x="652" y="403"/>
                  </a:cubicBezTo>
                  <a:cubicBezTo>
                    <a:pt x="664" y="510"/>
                    <a:pt x="664" y="616"/>
                    <a:pt x="652" y="723"/>
                  </a:cubicBezTo>
                  <a:cubicBezTo>
                    <a:pt x="640" y="818"/>
                    <a:pt x="628" y="901"/>
                    <a:pt x="604" y="983"/>
                  </a:cubicBezTo>
                  <a:cubicBezTo>
                    <a:pt x="557" y="1125"/>
                    <a:pt x="498" y="1208"/>
                    <a:pt x="510" y="1220"/>
                  </a:cubicBezTo>
                  <a:cubicBezTo>
                    <a:pt x="511" y="1224"/>
                    <a:pt x="515" y="1225"/>
                    <a:pt x="520" y="1225"/>
                  </a:cubicBezTo>
                  <a:cubicBezTo>
                    <a:pt x="551" y="1225"/>
                    <a:pt x="641" y="1163"/>
                    <a:pt x="723" y="1031"/>
                  </a:cubicBezTo>
                  <a:cubicBezTo>
                    <a:pt x="770" y="948"/>
                    <a:pt x="806" y="841"/>
                    <a:pt x="817" y="747"/>
                  </a:cubicBezTo>
                  <a:cubicBezTo>
                    <a:pt x="829" y="688"/>
                    <a:pt x="841" y="628"/>
                    <a:pt x="841" y="569"/>
                  </a:cubicBezTo>
                  <a:cubicBezTo>
                    <a:pt x="841" y="498"/>
                    <a:pt x="841" y="439"/>
                    <a:pt x="829" y="368"/>
                  </a:cubicBezTo>
                  <a:cubicBezTo>
                    <a:pt x="817" y="297"/>
                    <a:pt x="782" y="226"/>
                    <a:pt x="746" y="167"/>
                  </a:cubicBezTo>
                  <a:cubicBezTo>
                    <a:pt x="699" y="108"/>
                    <a:pt x="640" y="72"/>
                    <a:pt x="581" y="36"/>
                  </a:cubicBezTo>
                  <a:cubicBezTo>
                    <a:pt x="512" y="14"/>
                    <a:pt x="443" y="0"/>
                    <a:pt x="3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9"/>
            <p:cNvSpPr/>
            <p:nvPr/>
          </p:nvSpPr>
          <p:spPr>
            <a:xfrm>
              <a:off x="5759193" y="797875"/>
              <a:ext cx="72084" cy="138883"/>
            </a:xfrm>
            <a:custGeom>
              <a:rect b="b" l="l" r="r" t="t"/>
              <a:pathLst>
                <a:path extrusionOk="0" h="4335" w="2250">
                  <a:moveTo>
                    <a:pt x="2225" y="0"/>
                  </a:moveTo>
                  <a:cubicBezTo>
                    <a:pt x="2190" y="0"/>
                    <a:pt x="2131" y="273"/>
                    <a:pt x="2001" y="687"/>
                  </a:cubicBezTo>
                  <a:cubicBezTo>
                    <a:pt x="1965" y="793"/>
                    <a:pt x="1918" y="912"/>
                    <a:pt x="1882" y="1030"/>
                  </a:cubicBezTo>
                  <a:cubicBezTo>
                    <a:pt x="1847" y="1148"/>
                    <a:pt x="1787" y="1279"/>
                    <a:pt x="1728" y="1409"/>
                  </a:cubicBezTo>
                  <a:cubicBezTo>
                    <a:pt x="1622" y="1681"/>
                    <a:pt x="1480" y="1965"/>
                    <a:pt x="1326" y="2261"/>
                  </a:cubicBezTo>
                  <a:cubicBezTo>
                    <a:pt x="994" y="2853"/>
                    <a:pt x="651" y="3362"/>
                    <a:pt x="403" y="3729"/>
                  </a:cubicBezTo>
                  <a:cubicBezTo>
                    <a:pt x="154" y="4096"/>
                    <a:pt x="0" y="4321"/>
                    <a:pt x="24" y="4333"/>
                  </a:cubicBezTo>
                  <a:cubicBezTo>
                    <a:pt x="25" y="4334"/>
                    <a:pt x="27" y="4334"/>
                    <a:pt x="29" y="4334"/>
                  </a:cubicBezTo>
                  <a:cubicBezTo>
                    <a:pt x="68" y="4334"/>
                    <a:pt x="251" y="4136"/>
                    <a:pt x="509" y="3800"/>
                  </a:cubicBezTo>
                  <a:cubicBezTo>
                    <a:pt x="876" y="3350"/>
                    <a:pt x="1196" y="2865"/>
                    <a:pt x="1480" y="2356"/>
                  </a:cubicBezTo>
                  <a:cubicBezTo>
                    <a:pt x="1634" y="2072"/>
                    <a:pt x="1776" y="1776"/>
                    <a:pt x="1894" y="1480"/>
                  </a:cubicBezTo>
                  <a:cubicBezTo>
                    <a:pt x="1941" y="1338"/>
                    <a:pt x="1989" y="1208"/>
                    <a:pt x="2024" y="1077"/>
                  </a:cubicBezTo>
                  <a:cubicBezTo>
                    <a:pt x="2072" y="947"/>
                    <a:pt x="2095" y="829"/>
                    <a:pt x="2131" y="722"/>
                  </a:cubicBezTo>
                  <a:cubicBezTo>
                    <a:pt x="2154" y="616"/>
                    <a:pt x="2166" y="521"/>
                    <a:pt x="2190" y="426"/>
                  </a:cubicBezTo>
                  <a:cubicBezTo>
                    <a:pt x="2202" y="344"/>
                    <a:pt x="2225" y="261"/>
                    <a:pt x="2225" y="202"/>
                  </a:cubicBezTo>
                  <a:cubicBezTo>
                    <a:pt x="2237" y="83"/>
                    <a:pt x="2249" y="12"/>
                    <a:pt x="22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9"/>
            <p:cNvSpPr/>
            <p:nvPr/>
          </p:nvSpPr>
          <p:spPr>
            <a:xfrm>
              <a:off x="5698514" y="491084"/>
              <a:ext cx="32" cy="32"/>
            </a:xfrm>
            <a:custGeom>
              <a:rect b="b" l="l" r="r" t="t"/>
              <a:pathLst>
                <a:path extrusionOk="0" fill="none" h="1" w="1">
                  <a:moveTo>
                    <a:pt x="0" y="0"/>
                  </a:moveTo>
                  <a:close/>
                </a:path>
              </a:pathLst>
            </a:custGeom>
            <a:noFill/>
            <a:ln cap="flat" cmpd="sng" w="3850">
              <a:solidFill>
                <a:srgbClr val="FF3B16"/>
              </a:solidFill>
              <a:prstDash val="solid"/>
              <a:miter lim="118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9"/>
            <p:cNvSpPr/>
            <p:nvPr/>
          </p:nvSpPr>
          <p:spPr>
            <a:xfrm>
              <a:off x="5142183" y="893796"/>
              <a:ext cx="669359" cy="1472956"/>
            </a:xfrm>
            <a:custGeom>
              <a:rect b="b" l="l" r="r" t="t"/>
              <a:pathLst>
                <a:path extrusionOk="0" h="45976" w="20893">
                  <a:moveTo>
                    <a:pt x="17566" y="1"/>
                  </a:moveTo>
                  <a:lnTo>
                    <a:pt x="14643" y="131"/>
                  </a:lnTo>
                  <a:lnTo>
                    <a:pt x="12252" y="1469"/>
                  </a:lnTo>
                  <a:lnTo>
                    <a:pt x="11743" y="1753"/>
                  </a:lnTo>
                  <a:cubicBezTo>
                    <a:pt x="11246" y="2032"/>
                    <a:pt x="10686" y="2176"/>
                    <a:pt x="10118" y="2176"/>
                  </a:cubicBezTo>
                  <a:cubicBezTo>
                    <a:pt x="10036" y="2176"/>
                    <a:pt x="9954" y="2173"/>
                    <a:pt x="9873" y="2167"/>
                  </a:cubicBezTo>
                  <a:lnTo>
                    <a:pt x="8251" y="2037"/>
                  </a:lnTo>
                  <a:cubicBezTo>
                    <a:pt x="8055" y="2021"/>
                    <a:pt x="7859" y="2013"/>
                    <a:pt x="7664" y="2013"/>
                  </a:cubicBezTo>
                  <a:cubicBezTo>
                    <a:pt x="5986" y="2013"/>
                    <a:pt x="4360" y="2601"/>
                    <a:pt x="3066" y="3682"/>
                  </a:cubicBezTo>
                  <a:cubicBezTo>
                    <a:pt x="1291" y="5185"/>
                    <a:pt x="723" y="7671"/>
                    <a:pt x="1658" y="9802"/>
                  </a:cubicBezTo>
                  <a:lnTo>
                    <a:pt x="14063" y="37760"/>
                  </a:lnTo>
                  <a:cubicBezTo>
                    <a:pt x="14205" y="38068"/>
                    <a:pt x="14027" y="38423"/>
                    <a:pt x="13708" y="38517"/>
                  </a:cubicBezTo>
                  <a:lnTo>
                    <a:pt x="13696" y="38517"/>
                  </a:lnTo>
                  <a:cubicBezTo>
                    <a:pt x="13650" y="38530"/>
                    <a:pt x="13605" y="38536"/>
                    <a:pt x="13560" y="38536"/>
                  </a:cubicBezTo>
                  <a:cubicBezTo>
                    <a:pt x="13346" y="38536"/>
                    <a:pt x="13145" y="38403"/>
                    <a:pt x="13057" y="38198"/>
                  </a:cubicBezTo>
                  <a:lnTo>
                    <a:pt x="11660" y="34718"/>
                  </a:lnTo>
                  <a:cubicBezTo>
                    <a:pt x="10760" y="32481"/>
                    <a:pt x="9340" y="30480"/>
                    <a:pt x="7517" y="28906"/>
                  </a:cubicBezTo>
                  <a:lnTo>
                    <a:pt x="4629" y="26409"/>
                  </a:lnTo>
                  <a:lnTo>
                    <a:pt x="1" y="35440"/>
                  </a:lnTo>
                  <a:lnTo>
                    <a:pt x="3303" y="36541"/>
                  </a:lnTo>
                  <a:cubicBezTo>
                    <a:pt x="5907" y="37417"/>
                    <a:pt x="7955" y="39453"/>
                    <a:pt x="8843" y="42045"/>
                  </a:cubicBezTo>
                  <a:cubicBezTo>
                    <a:pt x="8866" y="42104"/>
                    <a:pt x="8878" y="42151"/>
                    <a:pt x="8902" y="42199"/>
                  </a:cubicBezTo>
                  <a:cubicBezTo>
                    <a:pt x="9705" y="44538"/>
                    <a:pt x="11892" y="45976"/>
                    <a:pt x="14198" y="45976"/>
                  </a:cubicBezTo>
                  <a:cubicBezTo>
                    <a:pt x="14984" y="45976"/>
                    <a:pt x="15784" y="45809"/>
                    <a:pt x="16549" y="45454"/>
                  </a:cubicBezTo>
                  <a:lnTo>
                    <a:pt x="16691" y="45383"/>
                  </a:lnTo>
                  <a:cubicBezTo>
                    <a:pt x="19709" y="43974"/>
                    <a:pt x="20893" y="40293"/>
                    <a:pt x="19271" y="37381"/>
                  </a:cubicBezTo>
                  <a:lnTo>
                    <a:pt x="3540" y="9080"/>
                  </a:lnTo>
                  <a:cubicBezTo>
                    <a:pt x="2771" y="7695"/>
                    <a:pt x="3102" y="5955"/>
                    <a:pt x="4321" y="4949"/>
                  </a:cubicBezTo>
                  <a:lnTo>
                    <a:pt x="4913" y="4463"/>
                  </a:lnTo>
                  <a:cubicBezTo>
                    <a:pt x="5728" y="3775"/>
                    <a:pt x="6754" y="3409"/>
                    <a:pt x="7809" y="3409"/>
                  </a:cubicBezTo>
                  <a:cubicBezTo>
                    <a:pt x="7842" y="3409"/>
                    <a:pt x="7875" y="3409"/>
                    <a:pt x="7908" y="3410"/>
                  </a:cubicBezTo>
                  <a:lnTo>
                    <a:pt x="9944" y="3469"/>
                  </a:lnTo>
                  <a:cubicBezTo>
                    <a:pt x="9989" y="3470"/>
                    <a:pt x="10035" y="3471"/>
                    <a:pt x="10081" y="3471"/>
                  </a:cubicBezTo>
                  <a:cubicBezTo>
                    <a:pt x="11040" y="3471"/>
                    <a:pt x="11984" y="3235"/>
                    <a:pt x="12832" y="2783"/>
                  </a:cubicBezTo>
                  <a:lnTo>
                    <a:pt x="13069" y="2652"/>
                  </a:lnTo>
                  <a:lnTo>
                    <a:pt x="17614" y="179"/>
                  </a:lnTo>
                  <a:cubicBezTo>
                    <a:pt x="17614" y="119"/>
                    <a:pt x="17602" y="60"/>
                    <a:pt x="17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9"/>
            <p:cNvSpPr/>
            <p:nvPr/>
          </p:nvSpPr>
          <p:spPr>
            <a:xfrm>
              <a:off x="5062922" y="1723407"/>
              <a:ext cx="278758" cy="367374"/>
            </a:xfrm>
            <a:custGeom>
              <a:rect b="b" l="l" r="r" t="t"/>
              <a:pathLst>
                <a:path extrusionOk="0" h="11467" w="8701">
                  <a:moveTo>
                    <a:pt x="7471" y="1"/>
                  </a:moveTo>
                  <a:cubicBezTo>
                    <a:pt x="6431" y="1"/>
                    <a:pt x="4437" y="1960"/>
                    <a:pt x="2735" y="4739"/>
                  </a:cubicBezTo>
                  <a:cubicBezTo>
                    <a:pt x="818" y="7864"/>
                    <a:pt x="1" y="10835"/>
                    <a:pt x="901" y="11380"/>
                  </a:cubicBezTo>
                  <a:cubicBezTo>
                    <a:pt x="997" y="11438"/>
                    <a:pt x="1109" y="11466"/>
                    <a:pt x="1235" y="11466"/>
                  </a:cubicBezTo>
                  <a:cubicBezTo>
                    <a:pt x="2283" y="11466"/>
                    <a:pt x="4277" y="9507"/>
                    <a:pt x="5978" y="6728"/>
                  </a:cubicBezTo>
                  <a:cubicBezTo>
                    <a:pt x="7884" y="3615"/>
                    <a:pt x="8701" y="644"/>
                    <a:pt x="7801" y="87"/>
                  </a:cubicBezTo>
                  <a:cubicBezTo>
                    <a:pt x="7706" y="29"/>
                    <a:pt x="7595" y="1"/>
                    <a:pt x="74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9"/>
            <p:cNvSpPr/>
            <p:nvPr/>
          </p:nvSpPr>
          <p:spPr>
            <a:xfrm>
              <a:off x="5098195" y="1738560"/>
              <a:ext cx="212024" cy="293367"/>
            </a:xfrm>
            <a:custGeom>
              <a:rect b="b" l="l" r="r" t="t"/>
              <a:pathLst>
                <a:path extrusionOk="0" h="9157" w="6618">
                  <a:moveTo>
                    <a:pt x="5930" y="1"/>
                  </a:moveTo>
                  <a:cubicBezTo>
                    <a:pt x="5268" y="1"/>
                    <a:pt x="3736" y="1677"/>
                    <a:pt x="2344" y="3982"/>
                  </a:cubicBezTo>
                  <a:cubicBezTo>
                    <a:pt x="817" y="6492"/>
                    <a:pt x="1" y="8788"/>
                    <a:pt x="545" y="9119"/>
                  </a:cubicBezTo>
                  <a:cubicBezTo>
                    <a:pt x="587" y="9144"/>
                    <a:pt x="636" y="9157"/>
                    <a:pt x="692" y="9157"/>
                  </a:cubicBezTo>
                  <a:cubicBezTo>
                    <a:pt x="1342" y="9157"/>
                    <a:pt x="2879" y="7479"/>
                    <a:pt x="4286" y="5178"/>
                  </a:cubicBezTo>
                  <a:cubicBezTo>
                    <a:pt x="5813" y="2668"/>
                    <a:pt x="6617" y="372"/>
                    <a:pt x="6085" y="41"/>
                  </a:cubicBezTo>
                  <a:cubicBezTo>
                    <a:pt x="6041" y="14"/>
                    <a:pt x="5989" y="1"/>
                    <a:pt x="59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9"/>
            <p:cNvSpPr/>
            <p:nvPr/>
          </p:nvSpPr>
          <p:spPr>
            <a:xfrm>
              <a:off x="5534290" y="887356"/>
              <a:ext cx="172202" cy="96145"/>
            </a:xfrm>
            <a:custGeom>
              <a:rect b="b" l="l" r="r" t="t"/>
              <a:pathLst>
                <a:path extrusionOk="0" h="3001" w="5375">
                  <a:moveTo>
                    <a:pt x="3078" y="1"/>
                  </a:moveTo>
                  <a:cubicBezTo>
                    <a:pt x="2794" y="1"/>
                    <a:pt x="2522" y="60"/>
                    <a:pt x="2274" y="202"/>
                  </a:cubicBezTo>
                  <a:lnTo>
                    <a:pt x="131" y="1421"/>
                  </a:lnTo>
                  <a:cubicBezTo>
                    <a:pt x="36" y="1480"/>
                    <a:pt x="1" y="1575"/>
                    <a:pt x="13" y="1670"/>
                  </a:cubicBezTo>
                  <a:cubicBezTo>
                    <a:pt x="25" y="1705"/>
                    <a:pt x="36" y="1729"/>
                    <a:pt x="60" y="1764"/>
                  </a:cubicBezTo>
                  <a:lnTo>
                    <a:pt x="841" y="2842"/>
                  </a:lnTo>
                  <a:lnTo>
                    <a:pt x="877" y="2901"/>
                  </a:lnTo>
                  <a:cubicBezTo>
                    <a:pt x="924" y="2964"/>
                    <a:pt x="998" y="3001"/>
                    <a:pt x="1070" y="3001"/>
                  </a:cubicBezTo>
                  <a:cubicBezTo>
                    <a:pt x="1106" y="3001"/>
                    <a:pt x="1141" y="2991"/>
                    <a:pt x="1173" y="2972"/>
                  </a:cubicBezTo>
                  <a:lnTo>
                    <a:pt x="5233" y="616"/>
                  </a:lnTo>
                  <a:cubicBezTo>
                    <a:pt x="5316" y="569"/>
                    <a:pt x="5375" y="474"/>
                    <a:pt x="5375" y="380"/>
                  </a:cubicBezTo>
                  <a:cubicBezTo>
                    <a:pt x="5375" y="320"/>
                    <a:pt x="5363" y="249"/>
                    <a:pt x="5327" y="202"/>
                  </a:cubicBezTo>
                  <a:cubicBezTo>
                    <a:pt x="5280" y="119"/>
                    <a:pt x="5185" y="72"/>
                    <a:pt x="5103" y="72"/>
                  </a:cubicBezTo>
                  <a:lnTo>
                    <a:pt x="307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9"/>
            <p:cNvSpPr/>
            <p:nvPr/>
          </p:nvSpPr>
          <p:spPr>
            <a:xfrm>
              <a:off x="5461500" y="1850051"/>
              <a:ext cx="62601" cy="64395"/>
            </a:xfrm>
            <a:custGeom>
              <a:rect b="b" l="l" r="r" t="t"/>
              <a:pathLst>
                <a:path extrusionOk="0" h="2010" w="1954">
                  <a:moveTo>
                    <a:pt x="841" y="1"/>
                  </a:moveTo>
                  <a:cubicBezTo>
                    <a:pt x="753" y="1"/>
                    <a:pt x="665" y="17"/>
                    <a:pt x="580" y="52"/>
                  </a:cubicBezTo>
                  <a:cubicBezTo>
                    <a:pt x="166" y="218"/>
                    <a:pt x="0" y="786"/>
                    <a:pt x="213" y="1319"/>
                  </a:cubicBezTo>
                  <a:cubicBezTo>
                    <a:pt x="384" y="1737"/>
                    <a:pt x="746" y="2010"/>
                    <a:pt x="1102" y="2010"/>
                  </a:cubicBezTo>
                  <a:cubicBezTo>
                    <a:pt x="1190" y="2010"/>
                    <a:pt x="1277" y="1993"/>
                    <a:pt x="1362" y="1958"/>
                  </a:cubicBezTo>
                  <a:cubicBezTo>
                    <a:pt x="1788" y="1792"/>
                    <a:pt x="1953" y="1224"/>
                    <a:pt x="1740" y="692"/>
                  </a:cubicBezTo>
                  <a:cubicBezTo>
                    <a:pt x="1569" y="274"/>
                    <a:pt x="1200" y="1"/>
                    <a:pt x="8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9"/>
            <p:cNvSpPr/>
            <p:nvPr/>
          </p:nvSpPr>
          <p:spPr>
            <a:xfrm>
              <a:off x="5419403" y="1758039"/>
              <a:ext cx="62986" cy="64491"/>
            </a:xfrm>
            <a:custGeom>
              <a:rect b="b" l="l" r="r" t="t"/>
              <a:pathLst>
                <a:path extrusionOk="0" h="2013" w="1966">
                  <a:moveTo>
                    <a:pt x="845" y="1"/>
                  </a:moveTo>
                  <a:cubicBezTo>
                    <a:pt x="759" y="1"/>
                    <a:pt x="674" y="16"/>
                    <a:pt x="592" y="48"/>
                  </a:cubicBezTo>
                  <a:cubicBezTo>
                    <a:pt x="178" y="226"/>
                    <a:pt x="0" y="794"/>
                    <a:pt x="213" y="1315"/>
                  </a:cubicBezTo>
                  <a:cubicBezTo>
                    <a:pt x="395" y="1745"/>
                    <a:pt x="762" y="2013"/>
                    <a:pt x="1121" y="2013"/>
                  </a:cubicBezTo>
                  <a:cubicBezTo>
                    <a:pt x="1206" y="2013"/>
                    <a:pt x="1291" y="1998"/>
                    <a:pt x="1373" y="1966"/>
                  </a:cubicBezTo>
                  <a:cubicBezTo>
                    <a:pt x="1788" y="1788"/>
                    <a:pt x="1965" y="1232"/>
                    <a:pt x="1740" y="699"/>
                  </a:cubicBezTo>
                  <a:cubicBezTo>
                    <a:pt x="1568" y="269"/>
                    <a:pt x="1203"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9"/>
            <p:cNvSpPr/>
            <p:nvPr/>
          </p:nvSpPr>
          <p:spPr>
            <a:xfrm>
              <a:off x="5377690" y="1666124"/>
              <a:ext cx="62601" cy="64395"/>
            </a:xfrm>
            <a:custGeom>
              <a:rect b="b" l="l" r="r" t="t"/>
              <a:pathLst>
                <a:path extrusionOk="0" h="2010" w="1954">
                  <a:moveTo>
                    <a:pt x="852" y="1"/>
                  </a:moveTo>
                  <a:cubicBezTo>
                    <a:pt x="764" y="1"/>
                    <a:pt x="676" y="17"/>
                    <a:pt x="592" y="53"/>
                  </a:cubicBezTo>
                  <a:cubicBezTo>
                    <a:pt x="166" y="218"/>
                    <a:pt x="0" y="786"/>
                    <a:pt x="213" y="1319"/>
                  </a:cubicBezTo>
                  <a:cubicBezTo>
                    <a:pt x="384" y="1737"/>
                    <a:pt x="753" y="2010"/>
                    <a:pt x="1113" y="2010"/>
                  </a:cubicBezTo>
                  <a:cubicBezTo>
                    <a:pt x="1201" y="2010"/>
                    <a:pt x="1289" y="1993"/>
                    <a:pt x="1373" y="1958"/>
                  </a:cubicBezTo>
                  <a:cubicBezTo>
                    <a:pt x="1788" y="1793"/>
                    <a:pt x="1953" y="1224"/>
                    <a:pt x="1740" y="692"/>
                  </a:cubicBezTo>
                  <a:cubicBezTo>
                    <a:pt x="1569" y="274"/>
                    <a:pt x="1208" y="1"/>
                    <a:pt x="8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9"/>
            <p:cNvSpPr/>
            <p:nvPr/>
          </p:nvSpPr>
          <p:spPr>
            <a:xfrm>
              <a:off x="5335977" y="1574144"/>
              <a:ext cx="62601" cy="64459"/>
            </a:xfrm>
            <a:custGeom>
              <a:rect b="b" l="l" r="r" t="t"/>
              <a:pathLst>
                <a:path extrusionOk="0" h="2012" w="1954">
                  <a:moveTo>
                    <a:pt x="845" y="0"/>
                  </a:moveTo>
                  <a:cubicBezTo>
                    <a:pt x="759" y="0"/>
                    <a:pt x="674" y="15"/>
                    <a:pt x="592" y="47"/>
                  </a:cubicBezTo>
                  <a:cubicBezTo>
                    <a:pt x="166" y="225"/>
                    <a:pt x="0" y="781"/>
                    <a:pt x="213" y="1314"/>
                  </a:cubicBezTo>
                  <a:cubicBezTo>
                    <a:pt x="385" y="1744"/>
                    <a:pt x="758" y="2012"/>
                    <a:pt x="1113" y="2012"/>
                  </a:cubicBezTo>
                  <a:cubicBezTo>
                    <a:pt x="1198" y="2012"/>
                    <a:pt x="1282" y="1997"/>
                    <a:pt x="1362" y="1965"/>
                  </a:cubicBezTo>
                  <a:cubicBezTo>
                    <a:pt x="1788" y="1787"/>
                    <a:pt x="1953" y="1219"/>
                    <a:pt x="1740" y="698"/>
                  </a:cubicBezTo>
                  <a:cubicBezTo>
                    <a:pt x="1568" y="268"/>
                    <a:pt x="1203" y="0"/>
                    <a:pt x="84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9"/>
            <p:cNvSpPr/>
            <p:nvPr/>
          </p:nvSpPr>
          <p:spPr>
            <a:xfrm>
              <a:off x="5294265" y="1482228"/>
              <a:ext cx="62601" cy="64395"/>
            </a:xfrm>
            <a:custGeom>
              <a:rect b="b" l="l" r="r" t="t"/>
              <a:pathLst>
                <a:path extrusionOk="0" h="2010" w="1954">
                  <a:moveTo>
                    <a:pt x="852" y="0"/>
                  </a:moveTo>
                  <a:cubicBezTo>
                    <a:pt x="764" y="0"/>
                    <a:pt x="676" y="17"/>
                    <a:pt x="592" y="52"/>
                  </a:cubicBezTo>
                  <a:cubicBezTo>
                    <a:pt x="166" y="218"/>
                    <a:pt x="0" y="786"/>
                    <a:pt x="213" y="1318"/>
                  </a:cubicBezTo>
                  <a:cubicBezTo>
                    <a:pt x="384" y="1736"/>
                    <a:pt x="753" y="2009"/>
                    <a:pt x="1106" y="2009"/>
                  </a:cubicBezTo>
                  <a:cubicBezTo>
                    <a:pt x="1193" y="2009"/>
                    <a:pt x="1280" y="1993"/>
                    <a:pt x="1362" y="1958"/>
                  </a:cubicBezTo>
                  <a:cubicBezTo>
                    <a:pt x="1788" y="1792"/>
                    <a:pt x="1953" y="1224"/>
                    <a:pt x="1740" y="691"/>
                  </a:cubicBezTo>
                  <a:cubicBezTo>
                    <a:pt x="1569" y="273"/>
                    <a:pt x="1208" y="0"/>
                    <a:pt x="8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9"/>
            <p:cNvSpPr/>
            <p:nvPr/>
          </p:nvSpPr>
          <p:spPr>
            <a:xfrm>
              <a:off x="5252552" y="1390217"/>
              <a:ext cx="62601" cy="64235"/>
            </a:xfrm>
            <a:custGeom>
              <a:rect b="b" l="l" r="r" t="t"/>
              <a:pathLst>
                <a:path extrusionOk="0" h="2005" w="1954">
                  <a:moveTo>
                    <a:pt x="840" y="0"/>
                  </a:moveTo>
                  <a:cubicBezTo>
                    <a:pt x="756" y="0"/>
                    <a:pt x="672" y="16"/>
                    <a:pt x="592" y="48"/>
                  </a:cubicBezTo>
                  <a:cubicBezTo>
                    <a:pt x="166" y="213"/>
                    <a:pt x="0" y="781"/>
                    <a:pt x="213" y="1314"/>
                  </a:cubicBezTo>
                  <a:cubicBezTo>
                    <a:pt x="384" y="1732"/>
                    <a:pt x="753" y="2005"/>
                    <a:pt x="1106" y="2005"/>
                  </a:cubicBezTo>
                  <a:cubicBezTo>
                    <a:pt x="1193" y="2005"/>
                    <a:pt x="1280" y="1988"/>
                    <a:pt x="1361" y="1953"/>
                  </a:cubicBezTo>
                  <a:cubicBezTo>
                    <a:pt x="1788" y="1788"/>
                    <a:pt x="1953" y="1219"/>
                    <a:pt x="1740" y="699"/>
                  </a:cubicBezTo>
                  <a:cubicBezTo>
                    <a:pt x="1568" y="268"/>
                    <a:pt x="1195" y="0"/>
                    <a:pt x="8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9"/>
            <p:cNvSpPr/>
            <p:nvPr/>
          </p:nvSpPr>
          <p:spPr>
            <a:xfrm>
              <a:off x="5291606" y="1273888"/>
              <a:ext cx="335625" cy="564597"/>
            </a:xfrm>
            <a:custGeom>
              <a:rect b="b" l="l" r="r" t="t"/>
              <a:pathLst>
                <a:path extrusionOk="0" h="17623" w="10476">
                  <a:moveTo>
                    <a:pt x="1019" y="0"/>
                  </a:moveTo>
                  <a:cubicBezTo>
                    <a:pt x="807" y="0"/>
                    <a:pt x="592" y="49"/>
                    <a:pt x="391" y="151"/>
                  </a:cubicBezTo>
                  <a:lnTo>
                    <a:pt x="0" y="341"/>
                  </a:lnTo>
                  <a:lnTo>
                    <a:pt x="119" y="577"/>
                  </a:lnTo>
                  <a:lnTo>
                    <a:pt x="509" y="376"/>
                  </a:lnTo>
                  <a:cubicBezTo>
                    <a:pt x="670" y="296"/>
                    <a:pt x="841" y="258"/>
                    <a:pt x="1011" y="258"/>
                  </a:cubicBezTo>
                  <a:cubicBezTo>
                    <a:pt x="1417" y="258"/>
                    <a:pt x="1812" y="477"/>
                    <a:pt x="2013" y="861"/>
                  </a:cubicBezTo>
                  <a:lnTo>
                    <a:pt x="9884" y="15432"/>
                  </a:lnTo>
                  <a:cubicBezTo>
                    <a:pt x="10180" y="15989"/>
                    <a:pt x="9979" y="16675"/>
                    <a:pt x="9422" y="16971"/>
                  </a:cubicBezTo>
                  <a:lnTo>
                    <a:pt x="8677" y="17385"/>
                  </a:lnTo>
                  <a:lnTo>
                    <a:pt x="8795" y="17622"/>
                  </a:lnTo>
                  <a:lnTo>
                    <a:pt x="9553" y="17208"/>
                  </a:lnTo>
                  <a:cubicBezTo>
                    <a:pt x="10227" y="16841"/>
                    <a:pt x="10476" y="16000"/>
                    <a:pt x="10109" y="15314"/>
                  </a:cubicBezTo>
                  <a:lnTo>
                    <a:pt x="2249" y="743"/>
                  </a:lnTo>
                  <a:cubicBezTo>
                    <a:pt x="2000" y="270"/>
                    <a:pt x="1518" y="0"/>
                    <a:pt x="10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9"/>
            <p:cNvSpPr/>
            <p:nvPr/>
          </p:nvSpPr>
          <p:spPr>
            <a:xfrm>
              <a:off x="5177840" y="1775884"/>
              <a:ext cx="152851" cy="264053"/>
            </a:xfrm>
            <a:custGeom>
              <a:rect b="b" l="l" r="r" t="t"/>
              <a:pathLst>
                <a:path extrusionOk="0" h="8242" w="4771">
                  <a:moveTo>
                    <a:pt x="4735" y="0"/>
                  </a:moveTo>
                  <a:cubicBezTo>
                    <a:pt x="4700" y="0"/>
                    <a:pt x="4652" y="118"/>
                    <a:pt x="4581" y="355"/>
                  </a:cubicBezTo>
                  <a:cubicBezTo>
                    <a:pt x="4510" y="580"/>
                    <a:pt x="4392" y="911"/>
                    <a:pt x="4226" y="1314"/>
                  </a:cubicBezTo>
                  <a:cubicBezTo>
                    <a:pt x="3812" y="2356"/>
                    <a:pt x="3327" y="3362"/>
                    <a:pt x="2770" y="4344"/>
                  </a:cubicBezTo>
                  <a:cubicBezTo>
                    <a:pt x="2451" y="4912"/>
                    <a:pt x="2119" y="5445"/>
                    <a:pt x="1811" y="5918"/>
                  </a:cubicBezTo>
                  <a:cubicBezTo>
                    <a:pt x="1492" y="6392"/>
                    <a:pt x="1196" y="6806"/>
                    <a:pt x="924" y="7138"/>
                  </a:cubicBezTo>
                  <a:cubicBezTo>
                    <a:pt x="391" y="7812"/>
                    <a:pt x="0" y="8179"/>
                    <a:pt x="36" y="8238"/>
                  </a:cubicBezTo>
                  <a:cubicBezTo>
                    <a:pt x="38" y="8240"/>
                    <a:pt x="41" y="8241"/>
                    <a:pt x="46" y="8241"/>
                  </a:cubicBezTo>
                  <a:cubicBezTo>
                    <a:pt x="124" y="8241"/>
                    <a:pt x="578" y="7954"/>
                    <a:pt x="1149" y="7351"/>
                  </a:cubicBezTo>
                  <a:cubicBezTo>
                    <a:pt x="1504" y="6972"/>
                    <a:pt x="1835" y="6569"/>
                    <a:pt x="2143" y="6155"/>
                  </a:cubicBezTo>
                  <a:cubicBezTo>
                    <a:pt x="2510" y="5646"/>
                    <a:pt x="2853" y="5113"/>
                    <a:pt x="3161" y="4557"/>
                  </a:cubicBezTo>
                  <a:cubicBezTo>
                    <a:pt x="3729" y="3563"/>
                    <a:pt x="4191" y="2509"/>
                    <a:pt x="4522" y="1409"/>
                  </a:cubicBezTo>
                  <a:cubicBezTo>
                    <a:pt x="4629" y="1077"/>
                    <a:pt x="4700" y="734"/>
                    <a:pt x="4747" y="391"/>
                  </a:cubicBezTo>
                  <a:cubicBezTo>
                    <a:pt x="4771" y="142"/>
                    <a:pt x="4771" y="0"/>
                    <a:pt x="47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9"/>
            <p:cNvSpPr/>
            <p:nvPr/>
          </p:nvSpPr>
          <p:spPr>
            <a:xfrm>
              <a:off x="5446699" y="1651098"/>
              <a:ext cx="326558" cy="273504"/>
            </a:xfrm>
            <a:custGeom>
              <a:rect b="b" l="l" r="r" t="t"/>
              <a:pathLst>
                <a:path extrusionOk="0" h="8537" w="10193">
                  <a:moveTo>
                    <a:pt x="3256" y="1"/>
                  </a:moveTo>
                  <a:lnTo>
                    <a:pt x="3102" y="36"/>
                  </a:lnTo>
                  <a:cubicBezTo>
                    <a:pt x="2119" y="238"/>
                    <a:pt x="1279" y="853"/>
                    <a:pt x="758" y="1717"/>
                  </a:cubicBezTo>
                  <a:cubicBezTo>
                    <a:pt x="344" y="2404"/>
                    <a:pt x="1" y="3386"/>
                    <a:pt x="237" y="3646"/>
                  </a:cubicBezTo>
                  <a:cubicBezTo>
                    <a:pt x="286" y="3697"/>
                    <a:pt x="351" y="3720"/>
                    <a:pt x="428" y="3720"/>
                  </a:cubicBezTo>
                  <a:cubicBezTo>
                    <a:pt x="990" y="3720"/>
                    <a:pt x="2219" y="2514"/>
                    <a:pt x="2677" y="2044"/>
                  </a:cubicBezTo>
                  <a:lnTo>
                    <a:pt x="2677" y="2044"/>
                  </a:lnTo>
                  <a:cubicBezTo>
                    <a:pt x="2104" y="2650"/>
                    <a:pt x="355" y="4552"/>
                    <a:pt x="723" y="4830"/>
                  </a:cubicBezTo>
                  <a:cubicBezTo>
                    <a:pt x="782" y="4876"/>
                    <a:pt x="882" y="4896"/>
                    <a:pt x="1011" y="4896"/>
                  </a:cubicBezTo>
                  <a:cubicBezTo>
                    <a:pt x="1837" y="4896"/>
                    <a:pt x="3848" y="4073"/>
                    <a:pt x="3848" y="4073"/>
                  </a:cubicBezTo>
                  <a:lnTo>
                    <a:pt x="4487" y="4321"/>
                  </a:lnTo>
                  <a:cubicBezTo>
                    <a:pt x="4487" y="4321"/>
                    <a:pt x="3599" y="4546"/>
                    <a:pt x="3161" y="4842"/>
                  </a:cubicBezTo>
                  <a:cubicBezTo>
                    <a:pt x="2522" y="5280"/>
                    <a:pt x="1670" y="6570"/>
                    <a:pt x="1824" y="7032"/>
                  </a:cubicBezTo>
                  <a:cubicBezTo>
                    <a:pt x="1842" y="7084"/>
                    <a:pt x="1891" y="7107"/>
                    <a:pt x="1962" y="7107"/>
                  </a:cubicBezTo>
                  <a:cubicBezTo>
                    <a:pt x="2444" y="7107"/>
                    <a:pt x="3951" y="6052"/>
                    <a:pt x="3995" y="6052"/>
                  </a:cubicBezTo>
                  <a:lnTo>
                    <a:pt x="3995" y="6052"/>
                  </a:lnTo>
                  <a:cubicBezTo>
                    <a:pt x="3998" y="6052"/>
                    <a:pt x="3996" y="6055"/>
                    <a:pt x="3990" y="6061"/>
                  </a:cubicBezTo>
                  <a:lnTo>
                    <a:pt x="4697" y="6097"/>
                  </a:lnTo>
                  <a:lnTo>
                    <a:pt x="4697" y="6097"/>
                  </a:lnTo>
                  <a:cubicBezTo>
                    <a:pt x="4277" y="6620"/>
                    <a:pt x="3365" y="8212"/>
                    <a:pt x="3729" y="8488"/>
                  </a:cubicBezTo>
                  <a:cubicBezTo>
                    <a:pt x="3775" y="8521"/>
                    <a:pt x="3830" y="8536"/>
                    <a:pt x="3893" y="8536"/>
                  </a:cubicBezTo>
                  <a:cubicBezTo>
                    <a:pt x="4450" y="8536"/>
                    <a:pt x="5588" y="7351"/>
                    <a:pt x="5588" y="7351"/>
                  </a:cubicBezTo>
                  <a:lnTo>
                    <a:pt x="7020" y="7766"/>
                  </a:lnTo>
                  <a:cubicBezTo>
                    <a:pt x="7227" y="7832"/>
                    <a:pt x="7442" y="7864"/>
                    <a:pt x="7656" y="7864"/>
                  </a:cubicBezTo>
                  <a:cubicBezTo>
                    <a:pt x="7981" y="7864"/>
                    <a:pt x="8307" y="7790"/>
                    <a:pt x="8606" y="7647"/>
                  </a:cubicBezTo>
                  <a:lnTo>
                    <a:pt x="9387" y="7280"/>
                  </a:lnTo>
                  <a:cubicBezTo>
                    <a:pt x="9387" y="7280"/>
                    <a:pt x="10192" y="6345"/>
                    <a:pt x="9730" y="5529"/>
                  </a:cubicBezTo>
                  <a:cubicBezTo>
                    <a:pt x="9730" y="5529"/>
                    <a:pt x="8251" y="971"/>
                    <a:pt x="3256"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9"/>
            <p:cNvSpPr/>
            <p:nvPr/>
          </p:nvSpPr>
          <p:spPr>
            <a:xfrm>
              <a:off x="5130072" y="1391786"/>
              <a:ext cx="231343" cy="250053"/>
            </a:xfrm>
            <a:custGeom>
              <a:rect b="b" l="l" r="r" t="t"/>
              <a:pathLst>
                <a:path extrusionOk="0" h="7805" w="7221">
                  <a:moveTo>
                    <a:pt x="4379" y="0"/>
                  </a:moveTo>
                  <a:cubicBezTo>
                    <a:pt x="3379" y="0"/>
                    <a:pt x="1854" y="395"/>
                    <a:pt x="1480" y="590"/>
                  </a:cubicBezTo>
                  <a:cubicBezTo>
                    <a:pt x="1397" y="638"/>
                    <a:pt x="1302" y="697"/>
                    <a:pt x="1219" y="768"/>
                  </a:cubicBezTo>
                  <a:cubicBezTo>
                    <a:pt x="379" y="1443"/>
                    <a:pt x="0" y="2543"/>
                    <a:pt x="249" y="3597"/>
                  </a:cubicBezTo>
                  <a:cubicBezTo>
                    <a:pt x="556" y="4828"/>
                    <a:pt x="1124" y="5976"/>
                    <a:pt x="1941" y="6958"/>
                  </a:cubicBezTo>
                  <a:cubicBezTo>
                    <a:pt x="2697" y="7590"/>
                    <a:pt x="3237" y="7804"/>
                    <a:pt x="3622" y="7804"/>
                  </a:cubicBezTo>
                  <a:cubicBezTo>
                    <a:pt x="4442" y="7804"/>
                    <a:pt x="4557" y="6828"/>
                    <a:pt x="4557" y="6828"/>
                  </a:cubicBezTo>
                  <a:cubicBezTo>
                    <a:pt x="4557" y="6828"/>
                    <a:pt x="5270" y="6977"/>
                    <a:pt x="5942" y="6977"/>
                  </a:cubicBezTo>
                  <a:cubicBezTo>
                    <a:pt x="6513" y="6977"/>
                    <a:pt x="7053" y="6870"/>
                    <a:pt x="7102" y="6473"/>
                  </a:cubicBezTo>
                  <a:cubicBezTo>
                    <a:pt x="7220" y="5609"/>
                    <a:pt x="3811" y="5455"/>
                    <a:pt x="3811" y="5455"/>
                  </a:cubicBezTo>
                  <a:cubicBezTo>
                    <a:pt x="3811" y="5455"/>
                    <a:pt x="6735" y="4485"/>
                    <a:pt x="6711" y="3609"/>
                  </a:cubicBezTo>
                  <a:cubicBezTo>
                    <a:pt x="6707" y="3300"/>
                    <a:pt x="6321" y="3200"/>
                    <a:pt x="5822" y="3200"/>
                  </a:cubicBezTo>
                  <a:cubicBezTo>
                    <a:pt x="5231" y="3200"/>
                    <a:pt x="4481" y="3341"/>
                    <a:pt x="4024" y="3441"/>
                  </a:cubicBezTo>
                  <a:lnTo>
                    <a:pt x="4024" y="3441"/>
                  </a:lnTo>
                  <a:cubicBezTo>
                    <a:pt x="4791" y="3245"/>
                    <a:pt x="6343" y="2767"/>
                    <a:pt x="6191" y="2141"/>
                  </a:cubicBezTo>
                  <a:cubicBezTo>
                    <a:pt x="6111" y="1815"/>
                    <a:pt x="5562" y="1716"/>
                    <a:pt x="4924" y="1716"/>
                  </a:cubicBezTo>
                  <a:cubicBezTo>
                    <a:pt x="3940" y="1716"/>
                    <a:pt x="2746" y="1952"/>
                    <a:pt x="2746" y="1952"/>
                  </a:cubicBezTo>
                  <a:cubicBezTo>
                    <a:pt x="2746" y="1952"/>
                    <a:pt x="5303" y="1277"/>
                    <a:pt x="5279" y="401"/>
                  </a:cubicBezTo>
                  <a:cubicBezTo>
                    <a:pt x="5275" y="106"/>
                    <a:pt x="4898" y="0"/>
                    <a:pt x="4379"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9"/>
            <p:cNvSpPr/>
            <p:nvPr/>
          </p:nvSpPr>
          <p:spPr>
            <a:xfrm>
              <a:off x="5590804" y="863488"/>
              <a:ext cx="918868" cy="1025040"/>
            </a:xfrm>
            <a:custGeom>
              <a:rect b="b" l="l" r="r" t="t"/>
              <a:pathLst>
                <a:path extrusionOk="0" h="31995" w="28681">
                  <a:moveTo>
                    <a:pt x="12027" y="0"/>
                  </a:moveTo>
                  <a:lnTo>
                    <a:pt x="15341" y="20951"/>
                  </a:lnTo>
                  <a:lnTo>
                    <a:pt x="1" y="24904"/>
                  </a:lnTo>
                  <a:cubicBezTo>
                    <a:pt x="4783" y="27781"/>
                    <a:pt x="4901" y="31852"/>
                    <a:pt x="4901" y="31852"/>
                  </a:cubicBezTo>
                  <a:cubicBezTo>
                    <a:pt x="6215" y="31950"/>
                    <a:pt x="7465" y="31995"/>
                    <a:pt x="8653" y="31995"/>
                  </a:cubicBezTo>
                  <a:cubicBezTo>
                    <a:pt x="16996" y="31995"/>
                    <a:pt x="22276" y="29767"/>
                    <a:pt x="25343" y="27757"/>
                  </a:cubicBezTo>
                  <a:cubicBezTo>
                    <a:pt x="27580" y="26301"/>
                    <a:pt x="28681" y="23602"/>
                    <a:pt x="28113" y="20998"/>
                  </a:cubicBezTo>
                  <a:lnTo>
                    <a:pt x="25509" y="8889"/>
                  </a:lnTo>
                  <a:cubicBezTo>
                    <a:pt x="24751" y="5350"/>
                    <a:pt x="22052" y="2545"/>
                    <a:pt x="18549" y="1657"/>
                  </a:cubicBezTo>
                  <a:lnTo>
                    <a:pt x="1202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9"/>
            <p:cNvSpPr/>
            <p:nvPr/>
          </p:nvSpPr>
          <p:spPr>
            <a:xfrm>
              <a:off x="6119423" y="1158874"/>
              <a:ext cx="58821" cy="357250"/>
            </a:xfrm>
            <a:custGeom>
              <a:rect b="b" l="l" r="r" t="t"/>
              <a:pathLst>
                <a:path extrusionOk="0" h="11151" w="1836">
                  <a:moveTo>
                    <a:pt x="1" y="1"/>
                  </a:moveTo>
                  <a:cubicBezTo>
                    <a:pt x="13" y="143"/>
                    <a:pt x="48" y="297"/>
                    <a:pt x="96" y="427"/>
                  </a:cubicBezTo>
                  <a:cubicBezTo>
                    <a:pt x="179" y="711"/>
                    <a:pt x="285" y="1113"/>
                    <a:pt x="427" y="1599"/>
                  </a:cubicBezTo>
                  <a:cubicBezTo>
                    <a:pt x="463" y="1729"/>
                    <a:pt x="498" y="1859"/>
                    <a:pt x="534" y="1989"/>
                  </a:cubicBezTo>
                  <a:cubicBezTo>
                    <a:pt x="569" y="2131"/>
                    <a:pt x="605" y="2262"/>
                    <a:pt x="652" y="2415"/>
                  </a:cubicBezTo>
                  <a:lnTo>
                    <a:pt x="759" y="2865"/>
                  </a:lnTo>
                  <a:cubicBezTo>
                    <a:pt x="794" y="3019"/>
                    <a:pt x="830" y="3185"/>
                    <a:pt x="877" y="3351"/>
                  </a:cubicBezTo>
                  <a:cubicBezTo>
                    <a:pt x="1019" y="4013"/>
                    <a:pt x="1173" y="4735"/>
                    <a:pt x="1291" y="5505"/>
                  </a:cubicBezTo>
                  <a:cubicBezTo>
                    <a:pt x="1492" y="6831"/>
                    <a:pt x="1623" y="8156"/>
                    <a:pt x="1694" y="9494"/>
                  </a:cubicBezTo>
                  <a:cubicBezTo>
                    <a:pt x="1717" y="10003"/>
                    <a:pt x="1741" y="10417"/>
                    <a:pt x="1753" y="10701"/>
                  </a:cubicBezTo>
                  <a:cubicBezTo>
                    <a:pt x="1753" y="10855"/>
                    <a:pt x="1765" y="11009"/>
                    <a:pt x="1788" y="11151"/>
                  </a:cubicBezTo>
                  <a:cubicBezTo>
                    <a:pt x="1824" y="11009"/>
                    <a:pt x="1836" y="10855"/>
                    <a:pt x="1824" y="10701"/>
                  </a:cubicBezTo>
                  <a:cubicBezTo>
                    <a:pt x="1836" y="10417"/>
                    <a:pt x="1836" y="10003"/>
                    <a:pt x="1824" y="9482"/>
                  </a:cubicBezTo>
                  <a:cubicBezTo>
                    <a:pt x="1800" y="8144"/>
                    <a:pt x="1682" y="6807"/>
                    <a:pt x="1481" y="5481"/>
                  </a:cubicBezTo>
                  <a:cubicBezTo>
                    <a:pt x="1350" y="4700"/>
                    <a:pt x="1196" y="3966"/>
                    <a:pt x="1043" y="3303"/>
                  </a:cubicBezTo>
                  <a:cubicBezTo>
                    <a:pt x="995" y="3138"/>
                    <a:pt x="960" y="2984"/>
                    <a:pt x="912" y="2830"/>
                  </a:cubicBezTo>
                  <a:cubicBezTo>
                    <a:pt x="877" y="2664"/>
                    <a:pt x="830" y="2522"/>
                    <a:pt x="794" y="2368"/>
                  </a:cubicBezTo>
                  <a:cubicBezTo>
                    <a:pt x="759" y="2226"/>
                    <a:pt x="711" y="2084"/>
                    <a:pt x="676" y="1954"/>
                  </a:cubicBezTo>
                  <a:cubicBezTo>
                    <a:pt x="628" y="1824"/>
                    <a:pt x="593" y="1693"/>
                    <a:pt x="557" y="1563"/>
                  </a:cubicBezTo>
                  <a:cubicBezTo>
                    <a:pt x="403" y="1078"/>
                    <a:pt x="273" y="676"/>
                    <a:pt x="167" y="415"/>
                  </a:cubicBezTo>
                  <a:cubicBezTo>
                    <a:pt x="131" y="261"/>
                    <a:pt x="72" y="13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9"/>
            <p:cNvSpPr/>
            <p:nvPr/>
          </p:nvSpPr>
          <p:spPr>
            <a:xfrm>
              <a:off x="5714436" y="1528619"/>
              <a:ext cx="453202" cy="193442"/>
            </a:xfrm>
            <a:custGeom>
              <a:rect b="b" l="l" r="r" t="t"/>
              <a:pathLst>
                <a:path extrusionOk="0" h="6038" w="14146">
                  <a:moveTo>
                    <a:pt x="14145" y="1"/>
                  </a:moveTo>
                  <a:cubicBezTo>
                    <a:pt x="13944" y="48"/>
                    <a:pt x="13755" y="119"/>
                    <a:pt x="13565" y="202"/>
                  </a:cubicBezTo>
                  <a:lnTo>
                    <a:pt x="12038" y="817"/>
                  </a:lnTo>
                  <a:cubicBezTo>
                    <a:pt x="11387" y="1066"/>
                    <a:pt x="10618" y="1374"/>
                    <a:pt x="9766" y="1705"/>
                  </a:cubicBezTo>
                  <a:cubicBezTo>
                    <a:pt x="8902" y="2036"/>
                    <a:pt x="7966" y="2403"/>
                    <a:pt x="6972" y="2794"/>
                  </a:cubicBezTo>
                  <a:cubicBezTo>
                    <a:pt x="5978" y="3185"/>
                    <a:pt x="5043" y="3575"/>
                    <a:pt x="4202" y="3942"/>
                  </a:cubicBezTo>
                  <a:cubicBezTo>
                    <a:pt x="3362" y="4309"/>
                    <a:pt x="2604" y="4664"/>
                    <a:pt x="1989" y="4984"/>
                  </a:cubicBezTo>
                  <a:cubicBezTo>
                    <a:pt x="1362" y="5292"/>
                    <a:pt x="853" y="5552"/>
                    <a:pt x="521" y="5741"/>
                  </a:cubicBezTo>
                  <a:cubicBezTo>
                    <a:pt x="332" y="5824"/>
                    <a:pt x="166" y="5931"/>
                    <a:pt x="0" y="6037"/>
                  </a:cubicBezTo>
                  <a:cubicBezTo>
                    <a:pt x="190" y="5978"/>
                    <a:pt x="367" y="5895"/>
                    <a:pt x="545" y="5801"/>
                  </a:cubicBezTo>
                  <a:cubicBezTo>
                    <a:pt x="900" y="5635"/>
                    <a:pt x="1409" y="5386"/>
                    <a:pt x="2036" y="5090"/>
                  </a:cubicBezTo>
                  <a:cubicBezTo>
                    <a:pt x="2675" y="4806"/>
                    <a:pt x="3421" y="4463"/>
                    <a:pt x="4273" y="4108"/>
                  </a:cubicBezTo>
                  <a:cubicBezTo>
                    <a:pt x="5114" y="3741"/>
                    <a:pt x="6049" y="3362"/>
                    <a:pt x="7043" y="2972"/>
                  </a:cubicBezTo>
                  <a:lnTo>
                    <a:pt x="9825" y="1871"/>
                  </a:lnTo>
                  <a:cubicBezTo>
                    <a:pt x="10677" y="1527"/>
                    <a:pt x="11446" y="1220"/>
                    <a:pt x="12086" y="936"/>
                  </a:cubicBezTo>
                  <a:cubicBezTo>
                    <a:pt x="12725" y="663"/>
                    <a:pt x="13246" y="439"/>
                    <a:pt x="13601" y="273"/>
                  </a:cubicBezTo>
                  <a:cubicBezTo>
                    <a:pt x="13790" y="190"/>
                    <a:pt x="13968" y="107"/>
                    <a:pt x="141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9"/>
            <p:cNvSpPr/>
            <p:nvPr/>
          </p:nvSpPr>
          <p:spPr>
            <a:xfrm>
              <a:off x="5582090" y="1188829"/>
              <a:ext cx="29987" cy="410721"/>
            </a:xfrm>
            <a:custGeom>
              <a:rect b="b" l="l" r="r" t="t"/>
              <a:pathLst>
                <a:path extrusionOk="0" h="12820" w="936">
                  <a:moveTo>
                    <a:pt x="569" y="1"/>
                  </a:moveTo>
                  <a:cubicBezTo>
                    <a:pt x="557" y="178"/>
                    <a:pt x="557" y="344"/>
                    <a:pt x="569" y="510"/>
                  </a:cubicBezTo>
                  <a:cubicBezTo>
                    <a:pt x="580" y="841"/>
                    <a:pt x="604" y="1315"/>
                    <a:pt x="628" y="1895"/>
                  </a:cubicBezTo>
                  <a:cubicBezTo>
                    <a:pt x="675" y="3055"/>
                    <a:pt x="758" y="4665"/>
                    <a:pt x="734" y="6440"/>
                  </a:cubicBezTo>
                  <a:cubicBezTo>
                    <a:pt x="711" y="7328"/>
                    <a:pt x="663" y="8168"/>
                    <a:pt x="604" y="8938"/>
                  </a:cubicBezTo>
                  <a:cubicBezTo>
                    <a:pt x="569" y="9316"/>
                    <a:pt x="533" y="9683"/>
                    <a:pt x="486" y="10027"/>
                  </a:cubicBezTo>
                  <a:cubicBezTo>
                    <a:pt x="462" y="10192"/>
                    <a:pt x="438" y="10370"/>
                    <a:pt x="415" y="10512"/>
                  </a:cubicBezTo>
                  <a:cubicBezTo>
                    <a:pt x="391" y="10666"/>
                    <a:pt x="367" y="10808"/>
                    <a:pt x="344" y="10962"/>
                  </a:cubicBezTo>
                  <a:cubicBezTo>
                    <a:pt x="308" y="11246"/>
                    <a:pt x="249" y="11506"/>
                    <a:pt x="213" y="11731"/>
                  </a:cubicBezTo>
                  <a:cubicBezTo>
                    <a:pt x="190" y="11849"/>
                    <a:pt x="166" y="11956"/>
                    <a:pt x="142" y="12051"/>
                  </a:cubicBezTo>
                  <a:cubicBezTo>
                    <a:pt x="119" y="12145"/>
                    <a:pt x="107" y="12228"/>
                    <a:pt x="83" y="12311"/>
                  </a:cubicBezTo>
                  <a:cubicBezTo>
                    <a:pt x="48" y="12477"/>
                    <a:pt x="12" y="12642"/>
                    <a:pt x="0" y="12820"/>
                  </a:cubicBezTo>
                  <a:cubicBezTo>
                    <a:pt x="60" y="12654"/>
                    <a:pt x="107" y="12500"/>
                    <a:pt x="142" y="12335"/>
                  </a:cubicBezTo>
                  <a:lnTo>
                    <a:pt x="213" y="12074"/>
                  </a:lnTo>
                  <a:cubicBezTo>
                    <a:pt x="237" y="11980"/>
                    <a:pt x="261" y="11873"/>
                    <a:pt x="296" y="11755"/>
                  </a:cubicBezTo>
                  <a:cubicBezTo>
                    <a:pt x="344" y="11530"/>
                    <a:pt x="403" y="11269"/>
                    <a:pt x="462" y="10985"/>
                  </a:cubicBezTo>
                  <a:cubicBezTo>
                    <a:pt x="486" y="10843"/>
                    <a:pt x="509" y="10701"/>
                    <a:pt x="545" y="10547"/>
                  </a:cubicBezTo>
                  <a:cubicBezTo>
                    <a:pt x="569" y="10382"/>
                    <a:pt x="592" y="10216"/>
                    <a:pt x="616" y="10050"/>
                  </a:cubicBezTo>
                  <a:cubicBezTo>
                    <a:pt x="675" y="9707"/>
                    <a:pt x="711" y="9340"/>
                    <a:pt x="758" y="8961"/>
                  </a:cubicBezTo>
                  <a:cubicBezTo>
                    <a:pt x="829" y="8180"/>
                    <a:pt x="888" y="7328"/>
                    <a:pt x="900" y="6440"/>
                  </a:cubicBezTo>
                  <a:cubicBezTo>
                    <a:pt x="935" y="4665"/>
                    <a:pt x="841" y="3043"/>
                    <a:pt x="758" y="1883"/>
                  </a:cubicBezTo>
                  <a:cubicBezTo>
                    <a:pt x="711" y="1303"/>
                    <a:pt x="675" y="829"/>
                    <a:pt x="640" y="510"/>
                  </a:cubicBezTo>
                  <a:cubicBezTo>
                    <a:pt x="628" y="344"/>
                    <a:pt x="604" y="167"/>
                    <a:pt x="5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9"/>
            <p:cNvSpPr/>
            <p:nvPr/>
          </p:nvSpPr>
          <p:spPr>
            <a:xfrm>
              <a:off x="6207430" y="1536628"/>
              <a:ext cx="48184" cy="26591"/>
            </a:xfrm>
            <a:custGeom>
              <a:rect b="b" l="l" r="r" t="t"/>
              <a:pathLst>
                <a:path extrusionOk="0" h="830" w="1504">
                  <a:moveTo>
                    <a:pt x="94" y="0"/>
                  </a:moveTo>
                  <a:cubicBezTo>
                    <a:pt x="40" y="0"/>
                    <a:pt x="12" y="10"/>
                    <a:pt x="12" y="23"/>
                  </a:cubicBezTo>
                  <a:cubicBezTo>
                    <a:pt x="0" y="70"/>
                    <a:pt x="367" y="189"/>
                    <a:pt x="769" y="402"/>
                  </a:cubicBezTo>
                  <a:cubicBezTo>
                    <a:pt x="1153" y="605"/>
                    <a:pt x="1451" y="829"/>
                    <a:pt x="1488" y="829"/>
                  </a:cubicBezTo>
                  <a:cubicBezTo>
                    <a:pt x="1490" y="829"/>
                    <a:pt x="1491" y="829"/>
                    <a:pt x="1492" y="828"/>
                  </a:cubicBezTo>
                  <a:cubicBezTo>
                    <a:pt x="1503" y="816"/>
                    <a:pt x="1444" y="721"/>
                    <a:pt x="1338" y="615"/>
                  </a:cubicBezTo>
                  <a:cubicBezTo>
                    <a:pt x="1042" y="319"/>
                    <a:pt x="675" y="106"/>
                    <a:pt x="272" y="23"/>
                  </a:cubicBezTo>
                  <a:cubicBezTo>
                    <a:pt x="198" y="7"/>
                    <a:pt x="13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9"/>
            <p:cNvSpPr/>
            <p:nvPr/>
          </p:nvSpPr>
          <p:spPr>
            <a:xfrm>
              <a:off x="5471720" y="1392043"/>
              <a:ext cx="50844" cy="58148"/>
            </a:xfrm>
            <a:custGeom>
              <a:rect b="b" l="l" r="r" t="t"/>
              <a:pathLst>
                <a:path extrusionOk="0" h="1815" w="1587">
                  <a:moveTo>
                    <a:pt x="32" y="1"/>
                  </a:moveTo>
                  <a:cubicBezTo>
                    <a:pt x="28" y="1"/>
                    <a:pt x="26" y="1"/>
                    <a:pt x="25" y="2"/>
                  </a:cubicBezTo>
                  <a:cubicBezTo>
                    <a:pt x="1" y="50"/>
                    <a:pt x="451" y="357"/>
                    <a:pt x="865" y="843"/>
                  </a:cubicBezTo>
                  <a:cubicBezTo>
                    <a:pt x="1281" y="1328"/>
                    <a:pt x="1494" y="1814"/>
                    <a:pt x="1559" y="1814"/>
                  </a:cubicBezTo>
                  <a:cubicBezTo>
                    <a:pt x="1561" y="1814"/>
                    <a:pt x="1562" y="1814"/>
                    <a:pt x="1563" y="1813"/>
                  </a:cubicBezTo>
                  <a:cubicBezTo>
                    <a:pt x="1587" y="1802"/>
                    <a:pt x="1551" y="1683"/>
                    <a:pt x="1469" y="1470"/>
                  </a:cubicBezTo>
                  <a:cubicBezTo>
                    <a:pt x="1421" y="1340"/>
                    <a:pt x="1362" y="1233"/>
                    <a:pt x="1291" y="1115"/>
                  </a:cubicBezTo>
                  <a:cubicBezTo>
                    <a:pt x="1125" y="843"/>
                    <a:pt x="912" y="594"/>
                    <a:pt x="676" y="393"/>
                  </a:cubicBezTo>
                  <a:cubicBezTo>
                    <a:pt x="569" y="298"/>
                    <a:pt x="474" y="227"/>
                    <a:pt x="356" y="156"/>
                  </a:cubicBezTo>
                  <a:cubicBezTo>
                    <a:pt x="196" y="50"/>
                    <a:pt x="65" y="1"/>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9"/>
            <p:cNvSpPr/>
            <p:nvPr/>
          </p:nvSpPr>
          <p:spPr>
            <a:xfrm>
              <a:off x="5682207" y="861502"/>
              <a:ext cx="40207" cy="52509"/>
            </a:xfrm>
            <a:custGeom>
              <a:rect b="b" l="l" r="r" t="t"/>
              <a:pathLst>
                <a:path extrusionOk="0" h="1639" w="1255">
                  <a:moveTo>
                    <a:pt x="653" y="0"/>
                  </a:moveTo>
                  <a:cubicBezTo>
                    <a:pt x="351" y="0"/>
                    <a:pt x="81" y="333"/>
                    <a:pt x="48" y="772"/>
                  </a:cubicBezTo>
                  <a:cubicBezTo>
                    <a:pt x="0" y="1222"/>
                    <a:pt x="225" y="1613"/>
                    <a:pt x="557" y="1636"/>
                  </a:cubicBezTo>
                  <a:cubicBezTo>
                    <a:pt x="572" y="1638"/>
                    <a:pt x="587" y="1639"/>
                    <a:pt x="602" y="1639"/>
                  </a:cubicBezTo>
                  <a:cubicBezTo>
                    <a:pt x="904" y="1639"/>
                    <a:pt x="1174" y="1307"/>
                    <a:pt x="1208" y="867"/>
                  </a:cubicBezTo>
                  <a:cubicBezTo>
                    <a:pt x="1255" y="417"/>
                    <a:pt x="1018" y="27"/>
                    <a:pt x="699" y="3"/>
                  </a:cubicBezTo>
                  <a:cubicBezTo>
                    <a:pt x="683" y="1"/>
                    <a:pt x="668" y="0"/>
                    <a:pt x="653"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9"/>
            <p:cNvSpPr/>
            <p:nvPr/>
          </p:nvSpPr>
          <p:spPr>
            <a:xfrm>
              <a:off x="5678394" y="873676"/>
              <a:ext cx="26591" cy="46615"/>
            </a:xfrm>
            <a:custGeom>
              <a:rect b="b" l="l" r="r" t="t"/>
              <a:pathLst>
                <a:path extrusionOk="0" h="1455" w="830">
                  <a:moveTo>
                    <a:pt x="103" y="1"/>
                  </a:moveTo>
                  <a:cubicBezTo>
                    <a:pt x="77" y="1"/>
                    <a:pt x="24" y="94"/>
                    <a:pt x="13" y="250"/>
                  </a:cubicBezTo>
                  <a:cubicBezTo>
                    <a:pt x="1" y="298"/>
                    <a:pt x="1" y="345"/>
                    <a:pt x="13" y="380"/>
                  </a:cubicBezTo>
                  <a:cubicBezTo>
                    <a:pt x="13" y="440"/>
                    <a:pt x="13" y="487"/>
                    <a:pt x="25" y="546"/>
                  </a:cubicBezTo>
                  <a:cubicBezTo>
                    <a:pt x="48" y="664"/>
                    <a:pt x="84" y="771"/>
                    <a:pt x="131" y="889"/>
                  </a:cubicBezTo>
                  <a:cubicBezTo>
                    <a:pt x="190" y="996"/>
                    <a:pt x="261" y="1091"/>
                    <a:pt x="332" y="1185"/>
                  </a:cubicBezTo>
                  <a:cubicBezTo>
                    <a:pt x="368" y="1221"/>
                    <a:pt x="415" y="1256"/>
                    <a:pt x="451" y="1292"/>
                  </a:cubicBezTo>
                  <a:cubicBezTo>
                    <a:pt x="486" y="1316"/>
                    <a:pt x="522" y="1339"/>
                    <a:pt x="569" y="1363"/>
                  </a:cubicBezTo>
                  <a:cubicBezTo>
                    <a:pt x="677" y="1426"/>
                    <a:pt x="757" y="1454"/>
                    <a:pt x="795" y="1454"/>
                  </a:cubicBezTo>
                  <a:cubicBezTo>
                    <a:pt x="807" y="1454"/>
                    <a:pt x="815" y="1451"/>
                    <a:pt x="818" y="1446"/>
                  </a:cubicBezTo>
                  <a:cubicBezTo>
                    <a:pt x="829" y="1422"/>
                    <a:pt x="758" y="1363"/>
                    <a:pt x="640" y="1268"/>
                  </a:cubicBezTo>
                  <a:cubicBezTo>
                    <a:pt x="605" y="1233"/>
                    <a:pt x="581" y="1209"/>
                    <a:pt x="557" y="1173"/>
                  </a:cubicBezTo>
                  <a:cubicBezTo>
                    <a:pt x="522" y="1138"/>
                    <a:pt x="486" y="1102"/>
                    <a:pt x="463" y="1067"/>
                  </a:cubicBezTo>
                  <a:cubicBezTo>
                    <a:pt x="392" y="984"/>
                    <a:pt x="344" y="901"/>
                    <a:pt x="297" y="807"/>
                  </a:cubicBezTo>
                  <a:cubicBezTo>
                    <a:pt x="249" y="712"/>
                    <a:pt x="214" y="605"/>
                    <a:pt x="178" y="511"/>
                  </a:cubicBezTo>
                  <a:cubicBezTo>
                    <a:pt x="178" y="463"/>
                    <a:pt x="155" y="416"/>
                    <a:pt x="155" y="369"/>
                  </a:cubicBezTo>
                  <a:cubicBezTo>
                    <a:pt x="143" y="333"/>
                    <a:pt x="143" y="286"/>
                    <a:pt x="143" y="250"/>
                  </a:cubicBezTo>
                  <a:cubicBezTo>
                    <a:pt x="119" y="96"/>
                    <a:pt x="119" y="2"/>
                    <a:pt x="107" y="2"/>
                  </a:cubicBezTo>
                  <a:cubicBezTo>
                    <a:pt x="106" y="1"/>
                    <a:pt x="105" y="1"/>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9"/>
            <p:cNvSpPr/>
            <p:nvPr/>
          </p:nvSpPr>
          <p:spPr>
            <a:xfrm>
              <a:off x="5693324" y="419801"/>
              <a:ext cx="47319" cy="100502"/>
            </a:xfrm>
            <a:custGeom>
              <a:rect b="b" l="l" r="r" t="t"/>
              <a:pathLst>
                <a:path extrusionOk="0" h="3137" w="1477">
                  <a:moveTo>
                    <a:pt x="139" y="0"/>
                  </a:moveTo>
                  <a:cubicBezTo>
                    <a:pt x="139" y="0"/>
                    <a:pt x="612" y="1586"/>
                    <a:pt x="150" y="2663"/>
                  </a:cubicBezTo>
                  <a:cubicBezTo>
                    <a:pt x="0" y="3019"/>
                    <a:pt x="79" y="3137"/>
                    <a:pt x="251" y="3137"/>
                  </a:cubicBezTo>
                  <a:cubicBezTo>
                    <a:pt x="595" y="3137"/>
                    <a:pt x="1310" y="2663"/>
                    <a:pt x="1310" y="2663"/>
                  </a:cubicBezTo>
                  <a:cubicBezTo>
                    <a:pt x="1310" y="2663"/>
                    <a:pt x="1476" y="805"/>
                    <a:pt x="13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9"/>
            <p:cNvSpPr/>
            <p:nvPr/>
          </p:nvSpPr>
          <p:spPr>
            <a:xfrm>
              <a:off x="5454676" y="520559"/>
              <a:ext cx="267001" cy="171144"/>
            </a:xfrm>
            <a:custGeom>
              <a:rect b="b" l="l" r="r" t="t"/>
              <a:pathLst>
                <a:path extrusionOk="0" h="5342" w="8334">
                  <a:moveTo>
                    <a:pt x="5177" y="1"/>
                  </a:moveTo>
                  <a:cubicBezTo>
                    <a:pt x="5099" y="1"/>
                    <a:pt x="5018" y="2"/>
                    <a:pt x="4936" y="4"/>
                  </a:cubicBezTo>
                  <a:cubicBezTo>
                    <a:pt x="2083" y="75"/>
                    <a:pt x="0" y="5022"/>
                    <a:pt x="0" y="5022"/>
                  </a:cubicBezTo>
                  <a:cubicBezTo>
                    <a:pt x="819" y="5245"/>
                    <a:pt x="1567" y="5342"/>
                    <a:pt x="2248" y="5342"/>
                  </a:cubicBezTo>
                  <a:cubicBezTo>
                    <a:pt x="6744" y="5342"/>
                    <a:pt x="8333" y="1128"/>
                    <a:pt x="8333" y="1128"/>
                  </a:cubicBezTo>
                  <a:cubicBezTo>
                    <a:pt x="8333" y="1128"/>
                    <a:pt x="7820" y="1"/>
                    <a:pt x="51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9"/>
            <p:cNvSpPr/>
            <p:nvPr/>
          </p:nvSpPr>
          <p:spPr>
            <a:xfrm>
              <a:off x="5633285" y="416245"/>
              <a:ext cx="79677" cy="62761"/>
            </a:xfrm>
            <a:custGeom>
              <a:rect b="b" l="l" r="r" t="t"/>
              <a:pathLst>
                <a:path extrusionOk="0" h="1959" w="2487">
                  <a:moveTo>
                    <a:pt x="228" y="0"/>
                  </a:moveTo>
                  <a:cubicBezTo>
                    <a:pt x="195" y="0"/>
                    <a:pt x="162" y="1"/>
                    <a:pt x="131" y="5"/>
                  </a:cubicBezTo>
                  <a:cubicBezTo>
                    <a:pt x="48" y="16"/>
                    <a:pt x="0" y="40"/>
                    <a:pt x="0" y="52"/>
                  </a:cubicBezTo>
                  <a:cubicBezTo>
                    <a:pt x="0" y="76"/>
                    <a:pt x="190" y="76"/>
                    <a:pt x="462" y="147"/>
                  </a:cubicBezTo>
                  <a:cubicBezTo>
                    <a:pt x="817" y="265"/>
                    <a:pt x="1148" y="454"/>
                    <a:pt x="1421" y="715"/>
                  </a:cubicBezTo>
                  <a:cubicBezTo>
                    <a:pt x="1693" y="975"/>
                    <a:pt x="1942" y="1271"/>
                    <a:pt x="2155" y="1591"/>
                  </a:cubicBezTo>
                  <a:cubicBezTo>
                    <a:pt x="2325" y="1818"/>
                    <a:pt x="2430" y="1958"/>
                    <a:pt x="2459" y="1958"/>
                  </a:cubicBezTo>
                  <a:cubicBezTo>
                    <a:pt x="2460" y="1958"/>
                    <a:pt x="2461" y="1958"/>
                    <a:pt x="2462" y="1958"/>
                  </a:cubicBezTo>
                  <a:cubicBezTo>
                    <a:pt x="2486" y="1946"/>
                    <a:pt x="2415" y="1780"/>
                    <a:pt x="2261" y="1520"/>
                  </a:cubicBezTo>
                  <a:cubicBezTo>
                    <a:pt x="2072" y="1165"/>
                    <a:pt x="1835" y="857"/>
                    <a:pt x="1551" y="573"/>
                  </a:cubicBezTo>
                  <a:cubicBezTo>
                    <a:pt x="1385" y="431"/>
                    <a:pt x="1208" y="301"/>
                    <a:pt x="1006" y="194"/>
                  </a:cubicBezTo>
                  <a:cubicBezTo>
                    <a:pt x="841" y="111"/>
                    <a:pt x="675" y="52"/>
                    <a:pt x="497" y="28"/>
                  </a:cubicBezTo>
                  <a:cubicBezTo>
                    <a:pt x="411" y="11"/>
                    <a:pt x="318" y="0"/>
                    <a:pt x="2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9"/>
            <p:cNvSpPr/>
            <p:nvPr/>
          </p:nvSpPr>
          <p:spPr>
            <a:xfrm>
              <a:off x="5703800" y="565764"/>
              <a:ext cx="66414" cy="118314"/>
            </a:xfrm>
            <a:custGeom>
              <a:rect b="b" l="l" r="r" t="t"/>
              <a:pathLst>
                <a:path extrusionOk="0" h="3693" w="2073">
                  <a:moveTo>
                    <a:pt x="319" y="1"/>
                  </a:moveTo>
                  <a:cubicBezTo>
                    <a:pt x="290" y="1"/>
                    <a:pt x="153" y="237"/>
                    <a:pt x="72" y="664"/>
                  </a:cubicBezTo>
                  <a:cubicBezTo>
                    <a:pt x="13" y="925"/>
                    <a:pt x="1" y="1185"/>
                    <a:pt x="25" y="1445"/>
                  </a:cubicBezTo>
                  <a:cubicBezTo>
                    <a:pt x="48" y="1765"/>
                    <a:pt x="119" y="2073"/>
                    <a:pt x="226" y="2369"/>
                  </a:cubicBezTo>
                  <a:cubicBezTo>
                    <a:pt x="356" y="2665"/>
                    <a:pt x="522" y="2949"/>
                    <a:pt x="723" y="3185"/>
                  </a:cubicBezTo>
                  <a:cubicBezTo>
                    <a:pt x="889" y="3398"/>
                    <a:pt x="1114" y="3552"/>
                    <a:pt x="1362" y="3647"/>
                  </a:cubicBezTo>
                  <a:cubicBezTo>
                    <a:pt x="1456" y="3678"/>
                    <a:pt x="1553" y="3693"/>
                    <a:pt x="1650" y="3693"/>
                  </a:cubicBezTo>
                  <a:cubicBezTo>
                    <a:pt x="1736" y="3693"/>
                    <a:pt x="1823" y="3681"/>
                    <a:pt x="1907" y="3659"/>
                  </a:cubicBezTo>
                  <a:cubicBezTo>
                    <a:pt x="2025" y="3611"/>
                    <a:pt x="2072" y="3564"/>
                    <a:pt x="2072" y="3552"/>
                  </a:cubicBezTo>
                  <a:cubicBezTo>
                    <a:pt x="2070" y="3550"/>
                    <a:pt x="2066" y="3549"/>
                    <a:pt x="2061" y="3549"/>
                  </a:cubicBezTo>
                  <a:cubicBezTo>
                    <a:pt x="2037" y="3549"/>
                    <a:pt x="1980" y="3568"/>
                    <a:pt x="1883" y="3588"/>
                  </a:cubicBezTo>
                  <a:cubicBezTo>
                    <a:pt x="1840" y="3594"/>
                    <a:pt x="1798" y="3597"/>
                    <a:pt x="1757" y="3597"/>
                  </a:cubicBezTo>
                  <a:cubicBezTo>
                    <a:pt x="1638" y="3597"/>
                    <a:pt x="1524" y="3573"/>
                    <a:pt x="1410" y="3529"/>
                  </a:cubicBezTo>
                  <a:cubicBezTo>
                    <a:pt x="1031" y="3375"/>
                    <a:pt x="640" y="2889"/>
                    <a:pt x="403" y="2298"/>
                  </a:cubicBezTo>
                  <a:cubicBezTo>
                    <a:pt x="202" y="1789"/>
                    <a:pt x="131" y="1232"/>
                    <a:pt x="190" y="688"/>
                  </a:cubicBezTo>
                  <a:cubicBezTo>
                    <a:pt x="238" y="262"/>
                    <a:pt x="332" y="13"/>
                    <a:pt x="321" y="1"/>
                  </a:cubicBezTo>
                  <a:cubicBezTo>
                    <a:pt x="320" y="1"/>
                    <a:pt x="319" y="1"/>
                    <a:pt x="3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9"/>
            <p:cNvSpPr/>
            <p:nvPr/>
          </p:nvSpPr>
          <p:spPr>
            <a:xfrm>
              <a:off x="5494115" y="548335"/>
              <a:ext cx="180916" cy="120301"/>
            </a:xfrm>
            <a:custGeom>
              <a:rect b="b" l="l" r="r" t="t"/>
              <a:pathLst>
                <a:path extrusionOk="0" h="3755" w="5647">
                  <a:moveTo>
                    <a:pt x="5646" y="1"/>
                  </a:moveTo>
                  <a:lnTo>
                    <a:pt x="5646" y="1"/>
                  </a:lnTo>
                  <a:cubicBezTo>
                    <a:pt x="5587" y="84"/>
                    <a:pt x="5540" y="167"/>
                    <a:pt x="5504" y="261"/>
                  </a:cubicBezTo>
                  <a:cubicBezTo>
                    <a:pt x="5421" y="439"/>
                    <a:pt x="5303" y="675"/>
                    <a:pt x="5126" y="971"/>
                  </a:cubicBezTo>
                  <a:cubicBezTo>
                    <a:pt x="4924" y="1315"/>
                    <a:pt x="4699" y="1646"/>
                    <a:pt x="4463" y="1954"/>
                  </a:cubicBezTo>
                  <a:cubicBezTo>
                    <a:pt x="4155" y="2333"/>
                    <a:pt x="3812" y="2676"/>
                    <a:pt x="3421" y="2960"/>
                  </a:cubicBezTo>
                  <a:cubicBezTo>
                    <a:pt x="3042" y="3244"/>
                    <a:pt x="2592" y="3445"/>
                    <a:pt x="2131" y="3540"/>
                  </a:cubicBezTo>
                  <a:cubicBezTo>
                    <a:pt x="1943" y="3574"/>
                    <a:pt x="1755" y="3592"/>
                    <a:pt x="1569" y="3592"/>
                  </a:cubicBezTo>
                  <a:cubicBezTo>
                    <a:pt x="1367" y="3592"/>
                    <a:pt x="1168" y="3571"/>
                    <a:pt x="971" y="3528"/>
                  </a:cubicBezTo>
                  <a:cubicBezTo>
                    <a:pt x="710" y="3457"/>
                    <a:pt x="462" y="3362"/>
                    <a:pt x="249" y="3220"/>
                  </a:cubicBezTo>
                  <a:lnTo>
                    <a:pt x="142" y="3149"/>
                  </a:lnTo>
                  <a:lnTo>
                    <a:pt x="59" y="3090"/>
                  </a:lnTo>
                  <a:cubicBezTo>
                    <a:pt x="24" y="3067"/>
                    <a:pt x="0" y="3055"/>
                    <a:pt x="0" y="3055"/>
                  </a:cubicBezTo>
                  <a:lnTo>
                    <a:pt x="0" y="3055"/>
                  </a:lnTo>
                  <a:cubicBezTo>
                    <a:pt x="0" y="3066"/>
                    <a:pt x="24" y="3114"/>
                    <a:pt x="48" y="3126"/>
                  </a:cubicBezTo>
                  <a:cubicBezTo>
                    <a:pt x="59" y="3149"/>
                    <a:pt x="83" y="3173"/>
                    <a:pt x="107" y="3197"/>
                  </a:cubicBezTo>
                  <a:cubicBezTo>
                    <a:pt x="130" y="3220"/>
                    <a:pt x="166" y="3244"/>
                    <a:pt x="201" y="3280"/>
                  </a:cubicBezTo>
                  <a:cubicBezTo>
                    <a:pt x="426" y="3457"/>
                    <a:pt x="675" y="3575"/>
                    <a:pt x="947" y="3646"/>
                  </a:cubicBezTo>
                  <a:cubicBezTo>
                    <a:pt x="1182" y="3718"/>
                    <a:pt x="1431" y="3755"/>
                    <a:pt x="1679" y="3755"/>
                  </a:cubicBezTo>
                  <a:cubicBezTo>
                    <a:pt x="1843" y="3755"/>
                    <a:pt x="2006" y="3739"/>
                    <a:pt x="2166" y="3706"/>
                  </a:cubicBezTo>
                  <a:cubicBezTo>
                    <a:pt x="2664" y="3623"/>
                    <a:pt x="3137" y="3410"/>
                    <a:pt x="3539" y="3114"/>
                  </a:cubicBezTo>
                  <a:cubicBezTo>
                    <a:pt x="3942" y="2818"/>
                    <a:pt x="4297" y="2463"/>
                    <a:pt x="4593" y="2060"/>
                  </a:cubicBezTo>
                  <a:cubicBezTo>
                    <a:pt x="4841" y="1741"/>
                    <a:pt x="5066" y="1398"/>
                    <a:pt x="5244" y="1042"/>
                  </a:cubicBezTo>
                  <a:cubicBezTo>
                    <a:pt x="5374" y="794"/>
                    <a:pt x="5481" y="545"/>
                    <a:pt x="5575" y="297"/>
                  </a:cubicBezTo>
                  <a:cubicBezTo>
                    <a:pt x="5611" y="202"/>
                    <a:pt x="5646" y="95"/>
                    <a:pt x="56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9"/>
            <p:cNvSpPr/>
            <p:nvPr/>
          </p:nvSpPr>
          <p:spPr>
            <a:xfrm>
              <a:off x="5441381" y="577169"/>
              <a:ext cx="190046" cy="71988"/>
            </a:xfrm>
            <a:custGeom>
              <a:rect b="b" l="l" r="r" t="t"/>
              <a:pathLst>
                <a:path extrusionOk="0" h="2247" w="5932">
                  <a:moveTo>
                    <a:pt x="5931" y="0"/>
                  </a:moveTo>
                  <a:cubicBezTo>
                    <a:pt x="5872" y="71"/>
                    <a:pt x="5813" y="154"/>
                    <a:pt x="5765" y="237"/>
                  </a:cubicBezTo>
                  <a:cubicBezTo>
                    <a:pt x="5635" y="450"/>
                    <a:pt x="5470" y="640"/>
                    <a:pt x="5280" y="817"/>
                  </a:cubicBezTo>
                  <a:cubicBezTo>
                    <a:pt x="5008" y="1066"/>
                    <a:pt x="4700" y="1291"/>
                    <a:pt x="4381" y="1468"/>
                  </a:cubicBezTo>
                  <a:cubicBezTo>
                    <a:pt x="3990" y="1705"/>
                    <a:pt x="3564" y="1871"/>
                    <a:pt x="3114" y="1977"/>
                  </a:cubicBezTo>
                  <a:cubicBezTo>
                    <a:pt x="2868" y="2037"/>
                    <a:pt x="2614" y="2067"/>
                    <a:pt x="2359" y="2067"/>
                  </a:cubicBezTo>
                  <a:cubicBezTo>
                    <a:pt x="2160" y="2067"/>
                    <a:pt x="1961" y="2049"/>
                    <a:pt x="1765" y="2013"/>
                  </a:cubicBezTo>
                  <a:cubicBezTo>
                    <a:pt x="1410" y="1942"/>
                    <a:pt x="1054" y="1800"/>
                    <a:pt x="747" y="1598"/>
                  </a:cubicBezTo>
                  <a:cubicBezTo>
                    <a:pt x="534" y="1456"/>
                    <a:pt x="344" y="1291"/>
                    <a:pt x="190" y="1101"/>
                  </a:cubicBezTo>
                  <a:lnTo>
                    <a:pt x="107" y="1007"/>
                  </a:lnTo>
                  <a:lnTo>
                    <a:pt x="60" y="935"/>
                  </a:lnTo>
                  <a:cubicBezTo>
                    <a:pt x="25" y="900"/>
                    <a:pt x="1" y="888"/>
                    <a:pt x="1" y="888"/>
                  </a:cubicBezTo>
                  <a:lnTo>
                    <a:pt x="1" y="888"/>
                  </a:lnTo>
                  <a:cubicBezTo>
                    <a:pt x="1" y="888"/>
                    <a:pt x="1" y="912"/>
                    <a:pt x="25" y="959"/>
                  </a:cubicBezTo>
                  <a:cubicBezTo>
                    <a:pt x="36" y="983"/>
                    <a:pt x="48" y="1007"/>
                    <a:pt x="60" y="1042"/>
                  </a:cubicBezTo>
                  <a:cubicBezTo>
                    <a:pt x="84" y="1078"/>
                    <a:pt x="107" y="1101"/>
                    <a:pt x="131" y="1149"/>
                  </a:cubicBezTo>
                  <a:cubicBezTo>
                    <a:pt x="273" y="1362"/>
                    <a:pt x="463" y="1551"/>
                    <a:pt x="676" y="1705"/>
                  </a:cubicBezTo>
                  <a:cubicBezTo>
                    <a:pt x="995" y="1942"/>
                    <a:pt x="1350" y="2095"/>
                    <a:pt x="1729" y="2178"/>
                  </a:cubicBezTo>
                  <a:cubicBezTo>
                    <a:pt x="1953" y="2223"/>
                    <a:pt x="2179" y="2247"/>
                    <a:pt x="2405" y="2247"/>
                  </a:cubicBezTo>
                  <a:cubicBezTo>
                    <a:pt x="2658" y="2247"/>
                    <a:pt x="2911" y="2217"/>
                    <a:pt x="3161" y="2155"/>
                  </a:cubicBezTo>
                  <a:cubicBezTo>
                    <a:pt x="3623" y="2048"/>
                    <a:pt x="4061" y="1871"/>
                    <a:pt x="4463" y="1622"/>
                  </a:cubicBezTo>
                  <a:cubicBezTo>
                    <a:pt x="4795" y="1421"/>
                    <a:pt x="5103" y="1184"/>
                    <a:pt x="5375" y="900"/>
                  </a:cubicBezTo>
                  <a:cubicBezTo>
                    <a:pt x="5552" y="711"/>
                    <a:pt x="5706" y="509"/>
                    <a:pt x="5836" y="273"/>
                  </a:cubicBezTo>
                  <a:cubicBezTo>
                    <a:pt x="5884" y="190"/>
                    <a:pt x="5919" y="95"/>
                    <a:pt x="59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9"/>
            <p:cNvSpPr/>
            <p:nvPr/>
          </p:nvSpPr>
          <p:spPr>
            <a:xfrm>
              <a:off x="5810389" y="510723"/>
              <a:ext cx="71700" cy="93005"/>
            </a:xfrm>
            <a:custGeom>
              <a:rect b="b" l="l" r="r" t="t"/>
              <a:pathLst>
                <a:path extrusionOk="0" h="2903" w="2238">
                  <a:moveTo>
                    <a:pt x="47" y="0"/>
                  </a:moveTo>
                  <a:cubicBezTo>
                    <a:pt x="21" y="0"/>
                    <a:pt x="6" y="3"/>
                    <a:pt x="0" y="15"/>
                  </a:cubicBezTo>
                  <a:cubicBezTo>
                    <a:pt x="0" y="50"/>
                    <a:pt x="225" y="74"/>
                    <a:pt x="556" y="216"/>
                  </a:cubicBezTo>
                  <a:cubicBezTo>
                    <a:pt x="746" y="299"/>
                    <a:pt x="923" y="394"/>
                    <a:pt x="1089" y="524"/>
                  </a:cubicBezTo>
                  <a:cubicBezTo>
                    <a:pt x="1503" y="820"/>
                    <a:pt x="1811" y="1234"/>
                    <a:pt x="1977" y="1719"/>
                  </a:cubicBezTo>
                  <a:cubicBezTo>
                    <a:pt x="2036" y="1909"/>
                    <a:pt x="2083" y="2110"/>
                    <a:pt x="2095" y="2323"/>
                  </a:cubicBezTo>
                  <a:cubicBezTo>
                    <a:pt x="2131" y="2678"/>
                    <a:pt x="2095" y="2903"/>
                    <a:pt x="2119" y="2903"/>
                  </a:cubicBezTo>
                  <a:cubicBezTo>
                    <a:pt x="2131" y="2903"/>
                    <a:pt x="2154" y="2856"/>
                    <a:pt x="2190" y="2761"/>
                  </a:cubicBezTo>
                  <a:cubicBezTo>
                    <a:pt x="2214" y="2619"/>
                    <a:pt x="2237" y="2465"/>
                    <a:pt x="2225" y="2323"/>
                  </a:cubicBezTo>
                  <a:cubicBezTo>
                    <a:pt x="2225" y="2098"/>
                    <a:pt x="2202" y="1885"/>
                    <a:pt x="2131" y="1672"/>
                  </a:cubicBezTo>
                  <a:cubicBezTo>
                    <a:pt x="2060" y="1412"/>
                    <a:pt x="1941" y="1163"/>
                    <a:pt x="1776" y="950"/>
                  </a:cubicBezTo>
                  <a:cubicBezTo>
                    <a:pt x="1610" y="725"/>
                    <a:pt x="1420" y="536"/>
                    <a:pt x="1196" y="394"/>
                  </a:cubicBezTo>
                  <a:cubicBezTo>
                    <a:pt x="1006" y="263"/>
                    <a:pt x="817" y="157"/>
                    <a:pt x="604" y="98"/>
                  </a:cubicBezTo>
                  <a:cubicBezTo>
                    <a:pt x="462" y="50"/>
                    <a:pt x="320" y="15"/>
                    <a:pt x="166" y="3"/>
                  </a:cubicBezTo>
                  <a:cubicBezTo>
                    <a:pt x="113" y="3"/>
                    <a:pt x="74" y="0"/>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9"/>
            <p:cNvSpPr/>
            <p:nvPr/>
          </p:nvSpPr>
          <p:spPr>
            <a:xfrm>
              <a:off x="5810389" y="548688"/>
              <a:ext cx="34921" cy="56963"/>
            </a:xfrm>
            <a:custGeom>
              <a:rect b="b" l="l" r="r" t="t"/>
              <a:pathLst>
                <a:path extrusionOk="0" h="1778" w="1090">
                  <a:moveTo>
                    <a:pt x="57" y="1"/>
                  </a:moveTo>
                  <a:cubicBezTo>
                    <a:pt x="32" y="1"/>
                    <a:pt x="16" y="6"/>
                    <a:pt x="12" y="13"/>
                  </a:cubicBezTo>
                  <a:cubicBezTo>
                    <a:pt x="0" y="49"/>
                    <a:pt x="118" y="84"/>
                    <a:pt x="272" y="203"/>
                  </a:cubicBezTo>
                  <a:cubicBezTo>
                    <a:pt x="462" y="345"/>
                    <a:pt x="616" y="546"/>
                    <a:pt x="722" y="759"/>
                  </a:cubicBezTo>
                  <a:cubicBezTo>
                    <a:pt x="829" y="984"/>
                    <a:pt x="900" y="1221"/>
                    <a:pt x="947" y="1469"/>
                  </a:cubicBezTo>
                  <a:cubicBezTo>
                    <a:pt x="994" y="1659"/>
                    <a:pt x="1018" y="1777"/>
                    <a:pt x="1042" y="1777"/>
                  </a:cubicBezTo>
                  <a:cubicBezTo>
                    <a:pt x="1077" y="1777"/>
                    <a:pt x="1089" y="1647"/>
                    <a:pt x="1077" y="1446"/>
                  </a:cubicBezTo>
                  <a:cubicBezTo>
                    <a:pt x="1065" y="1185"/>
                    <a:pt x="1006" y="913"/>
                    <a:pt x="888" y="676"/>
                  </a:cubicBezTo>
                  <a:cubicBezTo>
                    <a:pt x="769" y="428"/>
                    <a:pt x="580" y="227"/>
                    <a:pt x="331" y="96"/>
                  </a:cubicBezTo>
                  <a:cubicBezTo>
                    <a:pt x="211" y="24"/>
                    <a:pt x="112"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9"/>
            <p:cNvSpPr/>
            <p:nvPr/>
          </p:nvSpPr>
          <p:spPr>
            <a:xfrm>
              <a:off x="5520257" y="1706427"/>
              <a:ext cx="99412" cy="23676"/>
            </a:xfrm>
            <a:custGeom>
              <a:rect b="b" l="l" r="r" t="t"/>
              <a:pathLst>
                <a:path extrusionOk="0" h="739" w="3103">
                  <a:moveTo>
                    <a:pt x="1023" y="1"/>
                  </a:moveTo>
                  <a:cubicBezTo>
                    <a:pt x="952" y="1"/>
                    <a:pt x="879" y="11"/>
                    <a:pt x="806" y="26"/>
                  </a:cubicBezTo>
                  <a:cubicBezTo>
                    <a:pt x="699" y="49"/>
                    <a:pt x="605" y="97"/>
                    <a:pt x="510" y="156"/>
                  </a:cubicBezTo>
                  <a:cubicBezTo>
                    <a:pt x="439" y="191"/>
                    <a:pt x="368" y="251"/>
                    <a:pt x="309" y="310"/>
                  </a:cubicBezTo>
                  <a:cubicBezTo>
                    <a:pt x="214" y="404"/>
                    <a:pt x="143" y="499"/>
                    <a:pt x="72" y="606"/>
                  </a:cubicBezTo>
                  <a:cubicBezTo>
                    <a:pt x="25" y="677"/>
                    <a:pt x="1" y="724"/>
                    <a:pt x="13" y="736"/>
                  </a:cubicBezTo>
                  <a:cubicBezTo>
                    <a:pt x="14" y="737"/>
                    <a:pt x="17" y="738"/>
                    <a:pt x="19" y="738"/>
                  </a:cubicBezTo>
                  <a:cubicBezTo>
                    <a:pt x="37" y="738"/>
                    <a:pt x="80" y="706"/>
                    <a:pt x="131" y="665"/>
                  </a:cubicBezTo>
                  <a:cubicBezTo>
                    <a:pt x="190" y="606"/>
                    <a:pt x="285" y="511"/>
                    <a:pt x="392" y="416"/>
                  </a:cubicBezTo>
                  <a:cubicBezTo>
                    <a:pt x="522" y="310"/>
                    <a:pt x="676" y="227"/>
                    <a:pt x="841" y="191"/>
                  </a:cubicBezTo>
                  <a:cubicBezTo>
                    <a:pt x="895" y="185"/>
                    <a:pt x="947" y="182"/>
                    <a:pt x="999" y="182"/>
                  </a:cubicBezTo>
                  <a:cubicBezTo>
                    <a:pt x="1155" y="182"/>
                    <a:pt x="1306" y="209"/>
                    <a:pt x="1457" y="262"/>
                  </a:cubicBezTo>
                  <a:cubicBezTo>
                    <a:pt x="1919" y="369"/>
                    <a:pt x="2321" y="487"/>
                    <a:pt x="2617" y="582"/>
                  </a:cubicBezTo>
                  <a:cubicBezTo>
                    <a:pt x="2864" y="664"/>
                    <a:pt x="3030" y="729"/>
                    <a:pt x="3077" y="729"/>
                  </a:cubicBezTo>
                  <a:cubicBezTo>
                    <a:pt x="3084" y="729"/>
                    <a:pt x="3089" y="727"/>
                    <a:pt x="3090" y="724"/>
                  </a:cubicBezTo>
                  <a:cubicBezTo>
                    <a:pt x="3102" y="712"/>
                    <a:pt x="2948" y="594"/>
                    <a:pt x="2664" y="452"/>
                  </a:cubicBezTo>
                  <a:cubicBezTo>
                    <a:pt x="2285" y="286"/>
                    <a:pt x="1907" y="168"/>
                    <a:pt x="1504" y="85"/>
                  </a:cubicBezTo>
                  <a:cubicBezTo>
                    <a:pt x="1386" y="49"/>
                    <a:pt x="1268" y="26"/>
                    <a:pt x="1149" y="14"/>
                  </a:cubicBezTo>
                  <a:cubicBezTo>
                    <a:pt x="1108" y="5"/>
                    <a:pt x="1066" y="1"/>
                    <a:pt x="10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9"/>
            <p:cNvSpPr/>
            <p:nvPr/>
          </p:nvSpPr>
          <p:spPr>
            <a:xfrm>
              <a:off x="5588145" y="1788315"/>
              <a:ext cx="42129" cy="8202"/>
            </a:xfrm>
            <a:custGeom>
              <a:rect b="b" l="l" r="r" t="t"/>
              <a:pathLst>
                <a:path extrusionOk="0" h="256" w="1315">
                  <a:moveTo>
                    <a:pt x="299" y="1"/>
                  </a:moveTo>
                  <a:cubicBezTo>
                    <a:pt x="126" y="1"/>
                    <a:pt x="13" y="21"/>
                    <a:pt x="13" y="50"/>
                  </a:cubicBezTo>
                  <a:cubicBezTo>
                    <a:pt x="1" y="109"/>
                    <a:pt x="297" y="168"/>
                    <a:pt x="652" y="204"/>
                  </a:cubicBezTo>
                  <a:cubicBezTo>
                    <a:pt x="829" y="228"/>
                    <a:pt x="995" y="239"/>
                    <a:pt x="1113" y="251"/>
                  </a:cubicBezTo>
                  <a:cubicBezTo>
                    <a:pt x="1145" y="254"/>
                    <a:pt x="1173" y="256"/>
                    <a:pt x="1198" y="256"/>
                  </a:cubicBezTo>
                  <a:cubicBezTo>
                    <a:pt x="1266" y="256"/>
                    <a:pt x="1306" y="245"/>
                    <a:pt x="1315" y="228"/>
                  </a:cubicBezTo>
                  <a:cubicBezTo>
                    <a:pt x="1315" y="204"/>
                    <a:pt x="1255" y="168"/>
                    <a:pt x="1137" y="121"/>
                  </a:cubicBezTo>
                  <a:cubicBezTo>
                    <a:pt x="983" y="74"/>
                    <a:pt x="829" y="38"/>
                    <a:pt x="675" y="26"/>
                  </a:cubicBezTo>
                  <a:cubicBezTo>
                    <a:pt x="535" y="8"/>
                    <a:pt x="405" y="1"/>
                    <a:pt x="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9"/>
            <p:cNvSpPr/>
            <p:nvPr/>
          </p:nvSpPr>
          <p:spPr>
            <a:xfrm>
              <a:off x="5593847" y="1844124"/>
              <a:ext cx="47800" cy="7625"/>
            </a:xfrm>
            <a:custGeom>
              <a:rect b="b" l="l" r="r" t="t"/>
              <a:pathLst>
                <a:path extrusionOk="0" h="238" w="1492">
                  <a:moveTo>
                    <a:pt x="438" y="1"/>
                  </a:moveTo>
                  <a:cubicBezTo>
                    <a:pt x="355" y="1"/>
                    <a:pt x="261" y="12"/>
                    <a:pt x="178" y="36"/>
                  </a:cubicBezTo>
                  <a:cubicBezTo>
                    <a:pt x="119" y="60"/>
                    <a:pt x="71" y="95"/>
                    <a:pt x="36" y="143"/>
                  </a:cubicBezTo>
                  <a:cubicBezTo>
                    <a:pt x="12" y="178"/>
                    <a:pt x="0" y="202"/>
                    <a:pt x="12" y="214"/>
                  </a:cubicBezTo>
                  <a:cubicBezTo>
                    <a:pt x="13" y="215"/>
                    <a:pt x="16" y="216"/>
                    <a:pt x="18" y="216"/>
                  </a:cubicBezTo>
                  <a:cubicBezTo>
                    <a:pt x="40" y="216"/>
                    <a:pt x="106" y="178"/>
                    <a:pt x="190" y="178"/>
                  </a:cubicBezTo>
                  <a:cubicBezTo>
                    <a:pt x="231" y="172"/>
                    <a:pt x="270" y="169"/>
                    <a:pt x="307" y="169"/>
                  </a:cubicBezTo>
                  <a:cubicBezTo>
                    <a:pt x="344" y="169"/>
                    <a:pt x="379" y="172"/>
                    <a:pt x="415" y="178"/>
                  </a:cubicBezTo>
                  <a:cubicBezTo>
                    <a:pt x="509" y="190"/>
                    <a:pt x="604" y="202"/>
                    <a:pt x="711" y="214"/>
                  </a:cubicBezTo>
                  <a:cubicBezTo>
                    <a:pt x="891" y="229"/>
                    <a:pt x="1059" y="238"/>
                    <a:pt x="1191" y="238"/>
                  </a:cubicBezTo>
                  <a:cubicBezTo>
                    <a:pt x="1361" y="238"/>
                    <a:pt x="1473" y="223"/>
                    <a:pt x="1480" y="190"/>
                  </a:cubicBezTo>
                  <a:cubicBezTo>
                    <a:pt x="1492" y="143"/>
                    <a:pt x="1148" y="72"/>
                    <a:pt x="734" y="24"/>
                  </a:cubicBezTo>
                  <a:cubicBezTo>
                    <a:pt x="639" y="12"/>
                    <a:pt x="533" y="1"/>
                    <a:pt x="4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9"/>
            <p:cNvSpPr/>
            <p:nvPr/>
          </p:nvSpPr>
          <p:spPr>
            <a:xfrm>
              <a:off x="5223718" y="1566935"/>
              <a:ext cx="29250" cy="12495"/>
            </a:xfrm>
            <a:custGeom>
              <a:rect b="b" l="l" r="r" t="t"/>
              <a:pathLst>
                <a:path extrusionOk="0" h="390" w="913">
                  <a:moveTo>
                    <a:pt x="758" y="0"/>
                  </a:moveTo>
                  <a:cubicBezTo>
                    <a:pt x="640" y="0"/>
                    <a:pt x="521" y="12"/>
                    <a:pt x="403" y="59"/>
                  </a:cubicBezTo>
                  <a:cubicBezTo>
                    <a:pt x="285" y="95"/>
                    <a:pt x="178" y="154"/>
                    <a:pt x="95" y="249"/>
                  </a:cubicBezTo>
                  <a:cubicBezTo>
                    <a:pt x="24" y="308"/>
                    <a:pt x="1" y="367"/>
                    <a:pt x="13" y="379"/>
                  </a:cubicBezTo>
                  <a:cubicBezTo>
                    <a:pt x="20" y="386"/>
                    <a:pt x="31" y="390"/>
                    <a:pt x="44" y="390"/>
                  </a:cubicBezTo>
                  <a:cubicBezTo>
                    <a:pt x="117" y="390"/>
                    <a:pt x="273" y="295"/>
                    <a:pt x="462" y="225"/>
                  </a:cubicBezTo>
                  <a:cubicBezTo>
                    <a:pt x="699" y="142"/>
                    <a:pt x="912" y="118"/>
                    <a:pt x="912" y="71"/>
                  </a:cubicBezTo>
                  <a:cubicBezTo>
                    <a:pt x="912" y="36"/>
                    <a:pt x="853" y="12"/>
                    <a:pt x="7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9"/>
            <p:cNvSpPr/>
            <p:nvPr/>
          </p:nvSpPr>
          <p:spPr>
            <a:xfrm>
              <a:off x="5189983" y="1498119"/>
              <a:ext cx="77018" cy="39662"/>
            </a:xfrm>
            <a:custGeom>
              <a:rect b="b" l="l" r="r" t="t"/>
              <a:pathLst>
                <a:path extrusionOk="0" h="1238" w="2404">
                  <a:moveTo>
                    <a:pt x="2310" y="1"/>
                  </a:moveTo>
                  <a:cubicBezTo>
                    <a:pt x="2237" y="1"/>
                    <a:pt x="2126" y="10"/>
                    <a:pt x="1989" y="29"/>
                  </a:cubicBezTo>
                  <a:cubicBezTo>
                    <a:pt x="1859" y="41"/>
                    <a:pt x="1717" y="65"/>
                    <a:pt x="1551" y="100"/>
                  </a:cubicBezTo>
                  <a:cubicBezTo>
                    <a:pt x="1361" y="136"/>
                    <a:pt x="1184" y="183"/>
                    <a:pt x="1006" y="242"/>
                  </a:cubicBezTo>
                  <a:cubicBezTo>
                    <a:pt x="829" y="313"/>
                    <a:pt x="663" y="396"/>
                    <a:pt x="509" y="515"/>
                  </a:cubicBezTo>
                  <a:cubicBezTo>
                    <a:pt x="391" y="609"/>
                    <a:pt x="272" y="728"/>
                    <a:pt x="190" y="846"/>
                  </a:cubicBezTo>
                  <a:cubicBezTo>
                    <a:pt x="36" y="1059"/>
                    <a:pt x="0" y="1225"/>
                    <a:pt x="24" y="1237"/>
                  </a:cubicBezTo>
                  <a:cubicBezTo>
                    <a:pt x="25" y="1237"/>
                    <a:pt x="26" y="1237"/>
                    <a:pt x="27" y="1237"/>
                  </a:cubicBezTo>
                  <a:cubicBezTo>
                    <a:pt x="53" y="1237"/>
                    <a:pt x="125" y="1099"/>
                    <a:pt x="284" y="929"/>
                  </a:cubicBezTo>
                  <a:cubicBezTo>
                    <a:pt x="391" y="822"/>
                    <a:pt x="497" y="728"/>
                    <a:pt x="616" y="657"/>
                  </a:cubicBezTo>
                  <a:cubicBezTo>
                    <a:pt x="758" y="550"/>
                    <a:pt x="912" y="479"/>
                    <a:pt x="1077" y="420"/>
                  </a:cubicBezTo>
                  <a:cubicBezTo>
                    <a:pt x="1243" y="361"/>
                    <a:pt x="1409" y="313"/>
                    <a:pt x="1586" y="266"/>
                  </a:cubicBezTo>
                  <a:cubicBezTo>
                    <a:pt x="1740" y="231"/>
                    <a:pt x="1894" y="195"/>
                    <a:pt x="2012" y="159"/>
                  </a:cubicBezTo>
                  <a:cubicBezTo>
                    <a:pt x="2261" y="88"/>
                    <a:pt x="2403" y="41"/>
                    <a:pt x="2403" y="17"/>
                  </a:cubicBezTo>
                  <a:cubicBezTo>
                    <a:pt x="2403" y="7"/>
                    <a:pt x="2370" y="1"/>
                    <a:pt x="2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9"/>
            <p:cNvSpPr/>
            <p:nvPr/>
          </p:nvSpPr>
          <p:spPr>
            <a:xfrm>
              <a:off x="5169863" y="1453779"/>
              <a:ext cx="59205" cy="38093"/>
            </a:xfrm>
            <a:custGeom>
              <a:rect b="b" l="l" r="r" t="t"/>
              <a:pathLst>
                <a:path extrusionOk="0" h="1189" w="1848">
                  <a:moveTo>
                    <a:pt x="1657" y="0"/>
                  </a:moveTo>
                  <a:cubicBezTo>
                    <a:pt x="1612" y="0"/>
                    <a:pt x="1561" y="2"/>
                    <a:pt x="1504" y="5"/>
                  </a:cubicBezTo>
                  <a:cubicBezTo>
                    <a:pt x="1374" y="17"/>
                    <a:pt x="1256" y="40"/>
                    <a:pt x="1137" y="88"/>
                  </a:cubicBezTo>
                  <a:cubicBezTo>
                    <a:pt x="983" y="135"/>
                    <a:pt x="841" y="218"/>
                    <a:pt x="723" y="324"/>
                  </a:cubicBezTo>
                  <a:cubicBezTo>
                    <a:pt x="616" y="419"/>
                    <a:pt x="510" y="526"/>
                    <a:pt x="403" y="644"/>
                  </a:cubicBezTo>
                  <a:cubicBezTo>
                    <a:pt x="320" y="739"/>
                    <a:pt x="249" y="833"/>
                    <a:pt x="190" y="952"/>
                  </a:cubicBezTo>
                  <a:cubicBezTo>
                    <a:pt x="167" y="987"/>
                    <a:pt x="155" y="1035"/>
                    <a:pt x="131" y="1070"/>
                  </a:cubicBezTo>
                  <a:cubicBezTo>
                    <a:pt x="119" y="1094"/>
                    <a:pt x="107" y="1106"/>
                    <a:pt x="84" y="1129"/>
                  </a:cubicBezTo>
                  <a:cubicBezTo>
                    <a:pt x="36" y="1141"/>
                    <a:pt x="1" y="1141"/>
                    <a:pt x="1" y="1141"/>
                  </a:cubicBezTo>
                  <a:cubicBezTo>
                    <a:pt x="1" y="1153"/>
                    <a:pt x="1" y="1165"/>
                    <a:pt x="13" y="1177"/>
                  </a:cubicBezTo>
                  <a:cubicBezTo>
                    <a:pt x="36" y="1188"/>
                    <a:pt x="72" y="1188"/>
                    <a:pt x="96" y="1188"/>
                  </a:cubicBezTo>
                  <a:cubicBezTo>
                    <a:pt x="119" y="1188"/>
                    <a:pt x="131" y="1188"/>
                    <a:pt x="155" y="1177"/>
                  </a:cubicBezTo>
                  <a:cubicBezTo>
                    <a:pt x="178" y="1165"/>
                    <a:pt x="190" y="1153"/>
                    <a:pt x="214" y="1129"/>
                  </a:cubicBezTo>
                  <a:cubicBezTo>
                    <a:pt x="249" y="1094"/>
                    <a:pt x="273" y="1058"/>
                    <a:pt x="297" y="1011"/>
                  </a:cubicBezTo>
                  <a:cubicBezTo>
                    <a:pt x="368" y="916"/>
                    <a:pt x="451" y="833"/>
                    <a:pt x="534" y="750"/>
                  </a:cubicBezTo>
                  <a:cubicBezTo>
                    <a:pt x="628" y="668"/>
                    <a:pt x="735" y="561"/>
                    <a:pt x="853" y="455"/>
                  </a:cubicBezTo>
                  <a:cubicBezTo>
                    <a:pt x="948" y="372"/>
                    <a:pt x="1066" y="289"/>
                    <a:pt x="1196" y="241"/>
                  </a:cubicBezTo>
                  <a:cubicBezTo>
                    <a:pt x="1303" y="194"/>
                    <a:pt x="1409" y="159"/>
                    <a:pt x="1528" y="135"/>
                  </a:cubicBezTo>
                  <a:cubicBezTo>
                    <a:pt x="1717" y="88"/>
                    <a:pt x="1847" y="64"/>
                    <a:pt x="1847" y="28"/>
                  </a:cubicBezTo>
                  <a:cubicBezTo>
                    <a:pt x="1847" y="11"/>
                    <a:pt x="1778" y="0"/>
                    <a:pt x="16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9"/>
            <p:cNvSpPr/>
            <p:nvPr/>
          </p:nvSpPr>
          <p:spPr>
            <a:xfrm>
              <a:off x="5748172" y="1804301"/>
              <a:ext cx="560528" cy="105467"/>
            </a:xfrm>
            <a:custGeom>
              <a:rect b="b" l="l" r="r" t="t"/>
              <a:pathLst>
                <a:path extrusionOk="0" h="3292" w="17496">
                  <a:moveTo>
                    <a:pt x="17496" y="1"/>
                  </a:moveTo>
                  <a:lnTo>
                    <a:pt x="17496" y="1"/>
                  </a:lnTo>
                  <a:cubicBezTo>
                    <a:pt x="17436" y="13"/>
                    <a:pt x="17377" y="48"/>
                    <a:pt x="17318" y="72"/>
                  </a:cubicBezTo>
                  <a:lnTo>
                    <a:pt x="17129" y="167"/>
                  </a:lnTo>
                  <a:cubicBezTo>
                    <a:pt x="17046" y="214"/>
                    <a:pt x="16951" y="249"/>
                    <a:pt x="16844" y="297"/>
                  </a:cubicBezTo>
                  <a:cubicBezTo>
                    <a:pt x="16430" y="486"/>
                    <a:pt x="15815" y="723"/>
                    <a:pt x="15045" y="995"/>
                  </a:cubicBezTo>
                  <a:cubicBezTo>
                    <a:pt x="13021" y="1658"/>
                    <a:pt x="10962" y="2179"/>
                    <a:pt x="8867" y="2546"/>
                  </a:cubicBezTo>
                  <a:cubicBezTo>
                    <a:pt x="7636" y="2771"/>
                    <a:pt x="6464" y="2936"/>
                    <a:pt x="5387" y="3031"/>
                  </a:cubicBezTo>
                  <a:cubicBezTo>
                    <a:pt x="4854" y="3090"/>
                    <a:pt x="4345" y="3114"/>
                    <a:pt x="3860" y="3126"/>
                  </a:cubicBezTo>
                  <a:cubicBezTo>
                    <a:pt x="3386" y="3126"/>
                    <a:pt x="2936" y="3126"/>
                    <a:pt x="2534" y="3102"/>
                  </a:cubicBezTo>
                  <a:cubicBezTo>
                    <a:pt x="1895" y="3078"/>
                    <a:pt x="1256" y="2984"/>
                    <a:pt x="640" y="2806"/>
                  </a:cubicBezTo>
                  <a:cubicBezTo>
                    <a:pt x="415" y="2735"/>
                    <a:pt x="202" y="2640"/>
                    <a:pt x="1" y="2510"/>
                  </a:cubicBezTo>
                  <a:lnTo>
                    <a:pt x="1" y="2510"/>
                  </a:lnTo>
                  <a:cubicBezTo>
                    <a:pt x="1" y="2510"/>
                    <a:pt x="13" y="2522"/>
                    <a:pt x="36" y="2546"/>
                  </a:cubicBezTo>
                  <a:cubicBezTo>
                    <a:pt x="60" y="2581"/>
                    <a:pt x="96" y="2605"/>
                    <a:pt x="143" y="2640"/>
                  </a:cubicBezTo>
                  <a:cubicBezTo>
                    <a:pt x="285" y="2735"/>
                    <a:pt x="439" y="2818"/>
                    <a:pt x="605" y="2877"/>
                  </a:cubicBezTo>
                  <a:cubicBezTo>
                    <a:pt x="1232" y="3090"/>
                    <a:pt x="1871" y="3209"/>
                    <a:pt x="2522" y="3244"/>
                  </a:cubicBezTo>
                  <a:cubicBezTo>
                    <a:pt x="2936" y="3268"/>
                    <a:pt x="3386" y="3291"/>
                    <a:pt x="3860" y="3291"/>
                  </a:cubicBezTo>
                  <a:cubicBezTo>
                    <a:pt x="4345" y="3280"/>
                    <a:pt x="4866" y="3268"/>
                    <a:pt x="5410" y="3220"/>
                  </a:cubicBezTo>
                  <a:cubicBezTo>
                    <a:pt x="6487" y="3126"/>
                    <a:pt x="7671" y="2960"/>
                    <a:pt x="8902" y="2747"/>
                  </a:cubicBezTo>
                  <a:cubicBezTo>
                    <a:pt x="11009" y="2368"/>
                    <a:pt x="13080" y="1835"/>
                    <a:pt x="15093" y="1125"/>
                  </a:cubicBezTo>
                  <a:cubicBezTo>
                    <a:pt x="15696" y="912"/>
                    <a:pt x="16300" y="652"/>
                    <a:pt x="16880" y="368"/>
                  </a:cubicBezTo>
                  <a:cubicBezTo>
                    <a:pt x="16987" y="309"/>
                    <a:pt x="17069" y="261"/>
                    <a:pt x="17152" y="214"/>
                  </a:cubicBezTo>
                  <a:lnTo>
                    <a:pt x="17342" y="107"/>
                  </a:lnTo>
                  <a:cubicBezTo>
                    <a:pt x="17401" y="72"/>
                    <a:pt x="17448" y="36"/>
                    <a:pt x="174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9"/>
            <p:cNvSpPr/>
            <p:nvPr/>
          </p:nvSpPr>
          <p:spPr>
            <a:xfrm>
              <a:off x="5626846" y="924872"/>
              <a:ext cx="542683" cy="666732"/>
            </a:xfrm>
            <a:custGeom>
              <a:rect b="b" l="l" r="r" t="t"/>
              <a:pathLst>
                <a:path extrusionOk="0" h="20811" w="16939">
                  <a:moveTo>
                    <a:pt x="16926" y="0"/>
                  </a:moveTo>
                  <a:cubicBezTo>
                    <a:pt x="16916" y="0"/>
                    <a:pt x="16847" y="71"/>
                    <a:pt x="16737" y="203"/>
                  </a:cubicBezTo>
                  <a:cubicBezTo>
                    <a:pt x="16619" y="333"/>
                    <a:pt x="16441" y="534"/>
                    <a:pt x="16228" y="806"/>
                  </a:cubicBezTo>
                  <a:cubicBezTo>
                    <a:pt x="15790" y="1339"/>
                    <a:pt x="15187" y="2144"/>
                    <a:pt x="14500" y="3162"/>
                  </a:cubicBezTo>
                  <a:cubicBezTo>
                    <a:pt x="13814" y="4180"/>
                    <a:pt x="13020" y="5423"/>
                    <a:pt x="12180" y="6820"/>
                  </a:cubicBezTo>
                  <a:cubicBezTo>
                    <a:pt x="11340" y="8204"/>
                    <a:pt x="10452" y="9767"/>
                    <a:pt x="9493" y="11365"/>
                  </a:cubicBezTo>
                  <a:cubicBezTo>
                    <a:pt x="9008" y="12170"/>
                    <a:pt x="8511" y="12939"/>
                    <a:pt x="7990" y="13649"/>
                  </a:cubicBezTo>
                  <a:cubicBezTo>
                    <a:pt x="7493" y="14324"/>
                    <a:pt x="6960" y="14987"/>
                    <a:pt x="6392" y="15614"/>
                  </a:cubicBezTo>
                  <a:cubicBezTo>
                    <a:pt x="5847" y="16218"/>
                    <a:pt x="5303" y="16762"/>
                    <a:pt x="4782" y="17248"/>
                  </a:cubicBezTo>
                  <a:cubicBezTo>
                    <a:pt x="4249" y="17733"/>
                    <a:pt x="3741" y="18171"/>
                    <a:pt x="3255" y="18550"/>
                  </a:cubicBezTo>
                  <a:cubicBezTo>
                    <a:pt x="2498" y="19153"/>
                    <a:pt x="1705" y="19710"/>
                    <a:pt x="888" y="20230"/>
                  </a:cubicBezTo>
                  <a:cubicBezTo>
                    <a:pt x="604" y="20420"/>
                    <a:pt x="367" y="20562"/>
                    <a:pt x="225" y="20657"/>
                  </a:cubicBezTo>
                  <a:cubicBezTo>
                    <a:pt x="142" y="20692"/>
                    <a:pt x="59" y="20751"/>
                    <a:pt x="0" y="20810"/>
                  </a:cubicBezTo>
                  <a:cubicBezTo>
                    <a:pt x="83" y="20787"/>
                    <a:pt x="178" y="20751"/>
                    <a:pt x="261" y="20704"/>
                  </a:cubicBezTo>
                  <a:cubicBezTo>
                    <a:pt x="414" y="20621"/>
                    <a:pt x="663" y="20503"/>
                    <a:pt x="959" y="20325"/>
                  </a:cubicBezTo>
                  <a:cubicBezTo>
                    <a:pt x="1799" y="19840"/>
                    <a:pt x="2616" y="19307"/>
                    <a:pt x="3397" y="18715"/>
                  </a:cubicBezTo>
                  <a:cubicBezTo>
                    <a:pt x="3883" y="18337"/>
                    <a:pt x="4403" y="17910"/>
                    <a:pt x="4948" y="17425"/>
                  </a:cubicBezTo>
                  <a:cubicBezTo>
                    <a:pt x="5528" y="16904"/>
                    <a:pt x="6072" y="16372"/>
                    <a:pt x="6593" y="15792"/>
                  </a:cubicBezTo>
                  <a:cubicBezTo>
                    <a:pt x="7173" y="15164"/>
                    <a:pt x="7718" y="14501"/>
                    <a:pt x="8227" y="13815"/>
                  </a:cubicBezTo>
                  <a:cubicBezTo>
                    <a:pt x="8759" y="13105"/>
                    <a:pt x="9256" y="12324"/>
                    <a:pt x="9742" y="11519"/>
                  </a:cubicBezTo>
                  <a:cubicBezTo>
                    <a:pt x="10712" y="9909"/>
                    <a:pt x="11600" y="8358"/>
                    <a:pt x="12417" y="6950"/>
                  </a:cubicBezTo>
                  <a:cubicBezTo>
                    <a:pt x="13245" y="5553"/>
                    <a:pt x="14003" y="4310"/>
                    <a:pt x="14678" y="3280"/>
                  </a:cubicBezTo>
                  <a:cubicBezTo>
                    <a:pt x="15340" y="2251"/>
                    <a:pt x="15920" y="1434"/>
                    <a:pt x="16323" y="878"/>
                  </a:cubicBezTo>
                  <a:cubicBezTo>
                    <a:pt x="16725" y="321"/>
                    <a:pt x="16938" y="2"/>
                    <a:pt x="16927" y="2"/>
                  </a:cubicBezTo>
                  <a:cubicBezTo>
                    <a:pt x="16927" y="1"/>
                    <a:pt x="16926" y="0"/>
                    <a:pt x="169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9"/>
            <p:cNvSpPr/>
            <p:nvPr/>
          </p:nvSpPr>
          <p:spPr>
            <a:xfrm>
              <a:off x="5965482" y="1334055"/>
              <a:ext cx="197992" cy="245824"/>
            </a:xfrm>
            <a:custGeom>
              <a:rect b="b" l="l" r="r" t="t"/>
              <a:pathLst>
                <a:path extrusionOk="0" h="7673" w="6180">
                  <a:moveTo>
                    <a:pt x="6141" y="1"/>
                  </a:moveTo>
                  <a:cubicBezTo>
                    <a:pt x="6095" y="1"/>
                    <a:pt x="5824" y="481"/>
                    <a:pt x="5350" y="1221"/>
                  </a:cubicBezTo>
                  <a:cubicBezTo>
                    <a:pt x="5126" y="1599"/>
                    <a:pt x="4830" y="2049"/>
                    <a:pt x="4498" y="2523"/>
                  </a:cubicBezTo>
                  <a:cubicBezTo>
                    <a:pt x="4155" y="3008"/>
                    <a:pt x="3776" y="3529"/>
                    <a:pt x="3350" y="4049"/>
                  </a:cubicBezTo>
                  <a:cubicBezTo>
                    <a:pt x="2924" y="4582"/>
                    <a:pt x="2510" y="5067"/>
                    <a:pt x="2107" y="5505"/>
                  </a:cubicBezTo>
                  <a:cubicBezTo>
                    <a:pt x="1717" y="5943"/>
                    <a:pt x="1350" y="6322"/>
                    <a:pt x="1030" y="6630"/>
                  </a:cubicBezTo>
                  <a:cubicBezTo>
                    <a:pt x="403" y="7257"/>
                    <a:pt x="0" y="7648"/>
                    <a:pt x="24" y="7671"/>
                  </a:cubicBezTo>
                  <a:cubicBezTo>
                    <a:pt x="25" y="7672"/>
                    <a:pt x="26" y="7673"/>
                    <a:pt x="28" y="7673"/>
                  </a:cubicBezTo>
                  <a:cubicBezTo>
                    <a:pt x="79" y="7673"/>
                    <a:pt x="521" y="7355"/>
                    <a:pt x="1172" y="6784"/>
                  </a:cubicBezTo>
                  <a:cubicBezTo>
                    <a:pt x="1515" y="6488"/>
                    <a:pt x="1906" y="6121"/>
                    <a:pt x="2308" y="5683"/>
                  </a:cubicBezTo>
                  <a:cubicBezTo>
                    <a:pt x="2723" y="5257"/>
                    <a:pt x="3161" y="4772"/>
                    <a:pt x="3587" y="4239"/>
                  </a:cubicBezTo>
                  <a:cubicBezTo>
                    <a:pt x="4013" y="3694"/>
                    <a:pt x="4392" y="3174"/>
                    <a:pt x="4723" y="2676"/>
                  </a:cubicBezTo>
                  <a:cubicBezTo>
                    <a:pt x="5043" y="2179"/>
                    <a:pt x="5327" y="1718"/>
                    <a:pt x="5540" y="1327"/>
                  </a:cubicBezTo>
                  <a:cubicBezTo>
                    <a:pt x="5966" y="534"/>
                    <a:pt x="6179" y="25"/>
                    <a:pt x="6144" y="1"/>
                  </a:cubicBezTo>
                  <a:cubicBezTo>
                    <a:pt x="6143" y="1"/>
                    <a:pt x="6142" y="1"/>
                    <a:pt x="61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9"/>
            <p:cNvSpPr/>
            <p:nvPr/>
          </p:nvSpPr>
          <p:spPr>
            <a:xfrm>
              <a:off x="6156234" y="1041264"/>
              <a:ext cx="197607" cy="234066"/>
            </a:xfrm>
            <a:custGeom>
              <a:rect b="b" l="l" r="r" t="t"/>
              <a:pathLst>
                <a:path extrusionOk="0" h="7306" w="6168">
                  <a:moveTo>
                    <a:pt x="6150" y="1"/>
                  </a:moveTo>
                  <a:cubicBezTo>
                    <a:pt x="6089" y="1"/>
                    <a:pt x="5615" y="250"/>
                    <a:pt x="4936" y="748"/>
                  </a:cubicBezTo>
                  <a:cubicBezTo>
                    <a:pt x="4759" y="878"/>
                    <a:pt x="4569" y="1032"/>
                    <a:pt x="4368" y="1186"/>
                  </a:cubicBezTo>
                  <a:cubicBezTo>
                    <a:pt x="4155" y="1352"/>
                    <a:pt x="3954" y="1541"/>
                    <a:pt x="3741" y="1731"/>
                  </a:cubicBezTo>
                  <a:cubicBezTo>
                    <a:pt x="3267" y="2157"/>
                    <a:pt x="2829" y="2618"/>
                    <a:pt x="2427" y="3092"/>
                  </a:cubicBezTo>
                  <a:cubicBezTo>
                    <a:pt x="2024" y="3577"/>
                    <a:pt x="1645" y="4098"/>
                    <a:pt x="1302" y="4619"/>
                  </a:cubicBezTo>
                  <a:cubicBezTo>
                    <a:pt x="1148" y="4867"/>
                    <a:pt x="1006" y="5104"/>
                    <a:pt x="876" y="5329"/>
                  </a:cubicBezTo>
                  <a:cubicBezTo>
                    <a:pt x="746" y="5554"/>
                    <a:pt x="639" y="5767"/>
                    <a:pt x="545" y="5968"/>
                  </a:cubicBezTo>
                  <a:cubicBezTo>
                    <a:pt x="154" y="6761"/>
                    <a:pt x="0" y="7282"/>
                    <a:pt x="24" y="7306"/>
                  </a:cubicBezTo>
                  <a:cubicBezTo>
                    <a:pt x="24" y="7306"/>
                    <a:pt x="25" y="7306"/>
                    <a:pt x="26" y="7306"/>
                  </a:cubicBezTo>
                  <a:cubicBezTo>
                    <a:pt x="77" y="7306"/>
                    <a:pt x="301" y="6823"/>
                    <a:pt x="722" y="6051"/>
                  </a:cubicBezTo>
                  <a:cubicBezTo>
                    <a:pt x="829" y="5862"/>
                    <a:pt x="959" y="5660"/>
                    <a:pt x="1089" y="5435"/>
                  </a:cubicBezTo>
                  <a:cubicBezTo>
                    <a:pt x="1219" y="5222"/>
                    <a:pt x="1373" y="4998"/>
                    <a:pt x="1539" y="4761"/>
                  </a:cubicBezTo>
                  <a:cubicBezTo>
                    <a:pt x="1859" y="4287"/>
                    <a:pt x="2225" y="3778"/>
                    <a:pt x="2652" y="3281"/>
                  </a:cubicBezTo>
                  <a:cubicBezTo>
                    <a:pt x="3090" y="2772"/>
                    <a:pt x="3516" y="2322"/>
                    <a:pt x="3930" y="1920"/>
                  </a:cubicBezTo>
                  <a:cubicBezTo>
                    <a:pt x="4131" y="1719"/>
                    <a:pt x="4332" y="1529"/>
                    <a:pt x="4522" y="1364"/>
                  </a:cubicBezTo>
                  <a:cubicBezTo>
                    <a:pt x="4711" y="1198"/>
                    <a:pt x="4889" y="1044"/>
                    <a:pt x="5066" y="902"/>
                  </a:cubicBezTo>
                  <a:cubicBezTo>
                    <a:pt x="5729" y="358"/>
                    <a:pt x="6167" y="26"/>
                    <a:pt x="6155" y="2"/>
                  </a:cubicBezTo>
                  <a:cubicBezTo>
                    <a:pt x="6154" y="1"/>
                    <a:pt x="6152" y="1"/>
                    <a:pt x="61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9"/>
            <p:cNvSpPr/>
            <p:nvPr/>
          </p:nvSpPr>
          <p:spPr>
            <a:xfrm>
              <a:off x="6179749" y="1249860"/>
              <a:ext cx="247650" cy="249316"/>
            </a:xfrm>
            <a:custGeom>
              <a:rect b="b" l="l" r="r" t="t"/>
              <a:pathLst>
                <a:path extrusionOk="0" h="7782" w="7730">
                  <a:moveTo>
                    <a:pt x="7691" y="1"/>
                  </a:moveTo>
                  <a:cubicBezTo>
                    <a:pt x="7643" y="1"/>
                    <a:pt x="7302" y="505"/>
                    <a:pt x="6723" y="1292"/>
                  </a:cubicBezTo>
                  <a:cubicBezTo>
                    <a:pt x="6427" y="1682"/>
                    <a:pt x="6060" y="2156"/>
                    <a:pt x="5634" y="2653"/>
                  </a:cubicBezTo>
                  <a:cubicBezTo>
                    <a:pt x="5208" y="3162"/>
                    <a:pt x="4735" y="3695"/>
                    <a:pt x="4202" y="4227"/>
                  </a:cubicBezTo>
                  <a:cubicBezTo>
                    <a:pt x="3669" y="4772"/>
                    <a:pt x="3149" y="5269"/>
                    <a:pt x="2651" y="5695"/>
                  </a:cubicBezTo>
                  <a:cubicBezTo>
                    <a:pt x="2142" y="6121"/>
                    <a:pt x="1693" y="6500"/>
                    <a:pt x="1290" y="6796"/>
                  </a:cubicBezTo>
                  <a:cubicBezTo>
                    <a:pt x="509" y="7400"/>
                    <a:pt x="0" y="7743"/>
                    <a:pt x="24" y="7778"/>
                  </a:cubicBezTo>
                  <a:cubicBezTo>
                    <a:pt x="24" y="7780"/>
                    <a:pt x="27" y="7781"/>
                    <a:pt x="31" y="7781"/>
                  </a:cubicBezTo>
                  <a:cubicBezTo>
                    <a:pt x="98" y="7781"/>
                    <a:pt x="638" y="7498"/>
                    <a:pt x="1420" y="6962"/>
                  </a:cubicBezTo>
                  <a:cubicBezTo>
                    <a:pt x="1835" y="6677"/>
                    <a:pt x="2320" y="6322"/>
                    <a:pt x="2829" y="5896"/>
                  </a:cubicBezTo>
                  <a:cubicBezTo>
                    <a:pt x="3338" y="5482"/>
                    <a:pt x="3882" y="4985"/>
                    <a:pt x="4415" y="4440"/>
                  </a:cubicBezTo>
                  <a:cubicBezTo>
                    <a:pt x="4960" y="3896"/>
                    <a:pt x="5445" y="3351"/>
                    <a:pt x="5859" y="2831"/>
                  </a:cubicBezTo>
                  <a:cubicBezTo>
                    <a:pt x="6262" y="2310"/>
                    <a:pt x="6617" y="1824"/>
                    <a:pt x="6889" y="1410"/>
                  </a:cubicBezTo>
                  <a:cubicBezTo>
                    <a:pt x="7445" y="570"/>
                    <a:pt x="7729" y="25"/>
                    <a:pt x="7694" y="2"/>
                  </a:cubicBezTo>
                  <a:cubicBezTo>
                    <a:pt x="7693" y="1"/>
                    <a:pt x="7692" y="1"/>
                    <a:pt x="76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9"/>
            <p:cNvSpPr/>
            <p:nvPr/>
          </p:nvSpPr>
          <p:spPr>
            <a:xfrm>
              <a:off x="6014788" y="1502828"/>
              <a:ext cx="470631" cy="358147"/>
            </a:xfrm>
            <a:custGeom>
              <a:rect b="b" l="l" r="r" t="t"/>
              <a:pathLst>
                <a:path extrusionOk="0" h="11179" w="14690">
                  <a:moveTo>
                    <a:pt x="14676" y="0"/>
                  </a:moveTo>
                  <a:cubicBezTo>
                    <a:pt x="14655" y="0"/>
                    <a:pt x="14479" y="189"/>
                    <a:pt x="14180" y="533"/>
                  </a:cubicBezTo>
                  <a:lnTo>
                    <a:pt x="13920" y="829"/>
                  </a:lnTo>
                  <a:cubicBezTo>
                    <a:pt x="13825" y="936"/>
                    <a:pt x="13719" y="1054"/>
                    <a:pt x="13612" y="1172"/>
                  </a:cubicBezTo>
                  <a:cubicBezTo>
                    <a:pt x="13387" y="1421"/>
                    <a:pt x="13139" y="1717"/>
                    <a:pt x="12843" y="2013"/>
                  </a:cubicBezTo>
                  <a:lnTo>
                    <a:pt x="12393" y="2498"/>
                  </a:lnTo>
                  <a:cubicBezTo>
                    <a:pt x="12239" y="2664"/>
                    <a:pt x="12062" y="2830"/>
                    <a:pt x="11884" y="3007"/>
                  </a:cubicBezTo>
                  <a:cubicBezTo>
                    <a:pt x="11541" y="3362"/>
                    <a:pt x="11162" y="3717"/>
                    <a:pt x="10760" y="4108"/>
                  </a:cubicBezTo>
                  <a:cubicBezTo>
                    <a:pt x="9931" y="4854"/>
                    <a:pt x="9008" y="5659"/>
                    <a:pt x="7990" y="6428"/>
                  </a:cubicBezTo>
                  <a:cubicBezTo>
                    <a:pt x="6972" y="7209"/>
                    <a:pt x="5954" y="7896"/>
                    <a:pt x="5019" y="8488"/>
                  </a:cubicBezTo>
                  <a:cubicBezTo>
                    <a:pt x="4545" y="8772"/>
                    <a:pt x="4084" y="9056"/>
                    <a:pt x="3658" y="9292"/>
                  </a:cubicBezTo>
                  <a:cubicBezTo>
                    <a:pt x="3445" y="9411"/>
                    <a:pt x="3231" y="9529"/>
                    <a:pt x="3030" y="9636"/>
                  </a:cubicBezTo>
                  <a:lnTo>
                    <a:pt x="2438" y="9943"/>
                  </a:lnTo>
                  <a:cubicBezTo>
                    <a:pt x="2071" y="10157"/>
                    <a:pt x="1728" y="10310"/>
                    <a:pt x="1432" y="10464"/>
                  </a:cubicBezTo>
                  <a:lnTo>
                    <a:pt x="1006" y="10665"/>
                  </a:lnTo>
                  <a:lnTo>
                    <a:pt x="651" y="10843"/>
                  </a:lnTo>
                  <a:cubicBezTo>
                    <a:pt x="237" y="11044"/>
                    <a:pt x="0" y="11163"/>
                    <a:pt x="12" y="11174"/>
                  </a:cubicBezTo>
                  <a:cubicBezTo>
                    <a:pt x="13" y="11177"/>
                    <a:pt x="17" y="11178"/>
                    <a:pt x="25" y="11178"/>
                  </a:cubicBezTo>
                  <a:cubicBezTo>
                    <a:pt x="80" y="11178"/>
                    <a:pt x="311" y="11098"/>
                    <a:pt x="710" y="10961"/>
                  </a:cubicBezTo>
                  <a:lnTo>
                    <a:pt x="1077" y="10808"/>
                  </a:lnTo>
                  <a:cubicBezTo>
                    <a:pt x="1207" y="10760"/>
                    <a:pt x="1349" y="10689"/>
                    <a:pt x="1503" y="10618"/>
                  </a:cubicBezTo>
                  <a:cubicBezTo>
                    <a:pt x="1811" y="10488"/>
                    <a:pt x="2154" y="10334"/>
                    <a:pt x="2533" y="10145"/>
                  </a:cubicBezTo>
                  <a:lnTo>
                    <a:pt x="3125" y="9849"/>
                  </a:lnTo>
                  <a:cubicBezTo>
                    <a:pt x="3338" y="9742"/>
                    <a:pt x="3539" y="9624"/>
                    <a:pt x="3764" y="9505"/>
                  </a:cubicBezTo>
                  <a:cubicBezTo>
                    <a:pt x="4202" y="9281"/>
                    <a:pt x="4664" y="9008"/>
                    <a:pt x="5149" y="8724"/>
                  </a:cubicBezTo>
                  <a:cubicBezTo>
                    <a:pt x="6179" y="8085"/>
                    <a:pt x="7185" y="7410"/>
                    <a:pt x="8156" y="6677"/>
                  </a:cubicBezTo>
                  <a:cubicBezTo>
                    <a:pt x="9185" y="5883"/>
                    <a:pt x="10120" y="5079"/>
                    <a:pt x="10925" y="4309"/>
                  </a:cubicBezTo>
                  <a:cubicBezTo>
                    <a:pt x="11328" y="3919"/>
                    <a:pt x="11718" y="3552"/>
                    <a:pt x="12050" y="3185"/>
                  </a:cubicBezTo>
                  <a:cubicBezTo>
                    <a:pt x="12227" y="2995"/>
                    <a:pt x="12405" y="2830"/>
                    <a:pt x="12547" y="2652"/>
                  </a:cubicBezTo>
                  <a:lnTo>
                    <a:pt x="12997" y="2155"/>
                  </a:lnTo>
                  <a:cubicBezTo>
                    <a:pt x="13281" y="1847"/>
                    <a:pt x="13518" y="1551"/>
                    <a:pt x="13731" y="1291"/>
                  </a:cubicBezTo>
                  <a:cubicBezTo>
                    <a:pt x="13837" y="1161"/>
                    <a:pt x="13944" y="1030"/>
                    <a:pt x="14027" y="924"/>
                  </a:cubicBezTo>
                  <a:lnTo>
                    <a:pt x="14263" y="604"/>
                  </a:lnTo>
                  <a:cubicBezTo>
                    <a:pt x="14547" y="226"/>
                    <a:pt x="14689" y="12"/>
                    <a:pt x="14678" y="1"/>
                  </a:cubicBezTo>
                  <a:cubicBezTo>
                    <a:pt x="14677" y="0"/>
                    <a:pt x="14677" y="0"/>
                    <a:pt x="146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9"/>
            <p:cNvSpPr/>
            <p:nvPr/>
          </p:nvSpPr>
          <p:spPr>
            <a:xfrm>
              <a:off x="5783445" y="1613166"/>
              <a:ext cx="254858" cy="266296"/>
            </a:xfrm>
            <a:custGeom>
              <a:rect b="b" l="l" r="r" t="t"/>
              <a:pathLst>
                <a:path extrusionOk="0" h="8312" w="7955">
                  <a:moveTo>
                    <a:pt x="7928" y="0"/>
                  </a:moveTo>
                  <a:cubicBezTo>
                    <a:pt x="7870" y="0"/>
                    <a:pt x="7400" y="421"/>
                    <a:pt x="6594" y="1043"/>
                  </a:cubicBezTo>
                  <a:cubicBezTo>
                    <a:pt x="6191" y="1362"/>
                    <a:pt x="5694" y="1729"/>
                    <a:pt x="5150" y="2167"/>
                  </a:cubicBezTo>
                  <a:cubicBezTo>
                    <a:pt x="4570" y="2641"/>
                    <a:pt x="4013" y="3150"/>
                    <a:pt x="3492" y="3694"/>
                  </a:cubicBezTo>
                  <a:cubicBezTo>
                    <a:pt x="2557" y="4688"/>
                    <a:pt x="1705" y="5754"/>
                    <a:pt x="936" y="6878"/>
                  </a:cubicBezTo>
                  <a:cubicBezTo>
                    <a:pt x="344" y="7742"/>
                    <a:pt x="1" y="8287"/>
                    <a:pt x="36" y="8310"/>
                  </a:cubicBezTo>
                  <a:cubicBezTo>
                    <a:pt x="37" y="8311"/>
                    <a:pt x="38" y="8311"/>
                    <a:pt x="39" y="8311"/>
                  </a:cubicBezTo>
                  <a:cubicBezTo>
                    <a:pt x="90" y="8311"/>
                    <a:pt x="488" y="7807"/>
                    <a:pt x="1113" y="7008"/>
                  </a:cubicBezTo>
                  <a:cubicBezTo>
                    <a:pt x="1918" y="5919"/>
                    <a:pt x="2794" y="4890"/>
                    <a:pt x="3706" y="3895"/>
                  </a:cubicBezTo>
                  <a:cubicBezTo>
                    <a:pt x="4783" y="2747"/>
                    <a:pt x="5931" y="1883"/>
                    <a:pt x="6736" y="1197"/>
                  </a:cubicBezTo>
                  <a:cubicBezTo>
                    <a:pt x="7529" y="522"/>
                    <a:pt x="7955" y="37"/>
                    <a:pt x="7931" y="1"/>
                  </a:cubicBezTo>
                  <a:cubicBezTo>
                    <a:pt x="7930" y="0"/>
                    <a:pt x="7929" y="0"/>
                    <a:pt x="79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9"/>
            <p:cNvSpPr/>
            <p:nvPr/>
          </p:nvSpPr>
          <p:spPr>
            <a:xfrm>
              <a:off x="5623418" y="998847"/>
              <a:ext cx="267769" cy="355776"/>
            </a:xfrm>
            <a:custGeom>
              <a:rect b="b" l="l" r="r" t="t"/>
              <a:pathLst>
                <a:path extrusionOk="0" h="11105" w="8358">
                  <a:moveTo>
                    <a:pt x="8345" y="1"/>
                  </a:moveTo>
                  <a:lnTo>
                    <a:pt x="8345" y="1"/>
                  </a:lnTo>
                  <a:cubicBezTo>
                    <a:pt x="8322" y="1"/>
                    <a:pt x="8203" y="155"/>
                    <a:pt x="8014" y="451"/>
                  </a:cubicBezTo>
                  <a:cubicBezTo>
                    <a:pt x="7813" y="735"/>
                    <a:pt x="7541" y="1173"/>
                    <a:pt x="7197" y="1705"/>
                  </a:cubicBezTo>
                  <a:cubicBezTo>
                    <a:pt x="6523" y="2771"/>
                    <a:pt x="5623" y="4262"/>
                    <a:pt x="4546" y="5848"/>
                  </a:cubicBezTo>
                  <a:cubicBezTo>
                    <a:pt x="4013" y="6653"/>
                    <a:pt x="3469" y="7387"/>
                    <a:pt x="2948" y="8026"/>
                  </a:cubicBezTo>
                  <a:cubicBezTo>
                    <a:pt x="2427" y="8677"/>
                    <a:pt x="1930" y="9233"/>
                    <a:pt x="1492" y="9683"/>
                  </a:cubicBezTo>
                  <a:cubicBezTo>
                    <a:pt x="616" y="10583"/>
                    <a:pt x="1" y="11056"/>
                    <a:pt x="24" y="11104"/>
                  </a:cubicBezTo>
                  <a:cubicBezTo>
                    <a:pt x="25" y="11104"/>
                    <a:pt x="26" y="11104"/>
                    <a:pt x="27" y="11104"/>
                  </a:cubicBezTo>
                  <a:cubicBezTo>
                    <a:pt x="53" y="11104"/>
                    <a:pt x="216" y="10998"/>
                    <a:pt x="486" y="10796"/>
                  </a:cubicBezTo>
                  <a:cubicBezTo>
                    <a:pt x="888" y="10500"/>
                    <a:pt x="1279" y="10168"/>
                    <a:pt x="1634" y="9825"/>
                  </a:cubicBezTo>
                  <a:cubicBezTo>
                    <a:pt x="2179" y="9316"/>
                    <a:pt x="2688" y="8772"/>
                    <a:pt x="3161" y="8204"/>
                  </a:cubicBezTo>
                  <a:cubicBezTo>
                    <a:pt x="3694" y="7553"/>
                    <a:pt x="4250" y="6819"/>
                    <a:pt x="4794" y="6014"/>
                  </a:cubicBezTo>
                  <a:cubicBezTo>
                    <a:pt x="5872" y="4416"/>
                    <a:pt x="6736" y="2901"/>
                    <a:pt x="7375" y="1812"/>
                  </a:cubicBezTo>
                  <a:cubicBezTo>
                    <a:pt x="7694" y="1255"/>
                    <a:pt x="7943" y="817"/>
                    <a:pt x="8109" y="498"/>
                  </a:cubicBezTo>
                  <a:cubicBezTo>
                    <a:pt x="8274" y="190"/>
                    <a:pt x="8357" y="1"/>
                    <a:pt x="83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9"/>
            <p:cNvSpPr/>
            <p:nvPr/>
          </p:nvSpPr>
          <p:spPr>
            <a:xfrm>
              <a:off x="5486137" y="984430"/>
              <a:ext cx="213530" cy="267065"/>
            </a:xfrm>
            <a:custGeom>
              <a:rect b="b" l="l" r="r" t="t"/>
              <a:pathLst>
                <a:path extrusionOk="0" h="8336" w="6665">
                  <a:moveTo>
                    <a:pt x="6616" y="1"/>
                  </a:moveTo>
                  <a:cubicBezTo>
                    <a:pt x="6565" y="1"/>
                    <a:pt x="6340" y="554"/>
                    <a:pt x="5884" y="1386"/>
                  </a:cubicBezTo>
                  <a:cubicBezTo>
                    <a:pt x="5813" y="1492"/>
                    <a:pt x="5753" y="1599"/>
                    <a:pt x="5694" y="1717"/>
                  </a:cubicBezTo>
                  <a:cubicBezTo>
                    <a:pt x="5623" y="1836"/>
                    <a:pt x="5552" y="1942"/>
                    <a:pt x="5481" y="2072"/>
                  </a:cubicBezTo>
                  <a:cubicBezTo>
                    <a:pt x="5339" y="2309"/>
                    <a:pt x="5161" y="2558"/>
                    <a:pt x="4996" y="2830"/>
                  </a:cubicBezTo>
                  <a:cubicBezTo>
                    <a:pt x="4629" y="3351"/>
                    <a:pt x="4215" y="3907"/>
                    <a:pt x="3741" y="4475"/>
                  </a:cubicBezTo>
                  <a:cubicBezTo>
                    <a:pt x="2924" y="5434"/>
                    <a:pt x="2060" y="6345"/>
                    <a:pt x="1137" y="7221"/>
                  </a:cubicBezTo>
                  <a:cubicBezTo>
                    <a:pt x="439" y="7896"/>
                    <a:pt x="1" y="8298"/>
                    <a:pt x="36" y="8334"/>
                  </a:cubicBezTo>
                  <a:cubicBezTo>
                    <a:pt x="37" y="8335"/>
                    <a:pt x="38" y="8335"/>
                    <a:pt x="40" y="8335"/>
                  </a:cubicBezTo>
                  <a:cubicBezTo>
                    <a:pt x="91" y="8335"/>
                    <a:pt x="568" y="7983"/>
                    <a:pt x="1279" y="7375"/>
                  </a:cubicBezTo>
                  <a:cubicBezTo>
                    <a:pt x="2238" y="6547"/>
                    <a:pt x="3137" y="5635"/>
                    <a:pt x="3966" y="4665"/>
                  </a:cubicBezTo>
                  <a:cubicBezTo>
                    <a:pt x="4416" y="4132"/>
                    <a:pt x="4830" y="3564"/>
                    <a:pt x="5221" y="2984"/>
                  </a:cubicBezTo>
                  <a:cubicBezTo>
                    <a:pt x="5398" y="2712"/>
                    <a:pt x="5552" y="2451"/>
                    <a:pt x="5694" y="2191"/>
                  </a:cubicBezTo>
                  <a:cubicBezTo>
                    <a:pt x="5753" y="2072"/>
                    <a:pt x="5824" y="1954"/>
                    <a:pt x="5895" y="1836"/>
                  </a:cubicBezTo>
                  <a:lnTo>
                    <a:pt x="6061" y="1481"/>
                  </a:lnTo>
                  <a:cubicBezTo>
                    <a:pt x="6487" y="593"/>
                    <a:pt x="6665" y="25"/>
                    <a:pt x="6617" y="1"/>
                  </a:cubicBezTo>
                  <a:cubicBezTo>
                    <a:pt x="6617" y="1"/>
                    <a:pt x="6616" y="1"/>
                    <a:pt x="66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9"/>
            <p:cNvSpPr/>
            <p:nvPr/>
          </p:nvSpPr>
          <p:spPr>
            <a:xfrm>
              <a:off x="5494115" y="1439362"/>
              <a:ext cx="102776" cy="68048"/>
            </a:xfrm>
            <a:custGeom>
              <a:rect b="b" l="l" r="r" t="t"/>
              <a:pathLst>
                <a:path extrusionOk="0" h="2124" w="3208">
                  <a:moveTo>
                    <a:pt x="3137" y="1"/>
                  </a:moveTo>
                  <a:cubicBezTo>
                    <a:pt x="3032" y="1"/>
                    <a:pt x="2434" y="564"/>
                    <a:pt x="1610" y="1106"/>
                  </a:cubicBezTo>
                  <a:cubicBezTo>
                    <a:pt x="1184" y="1402"/>
                    <a:pt x="770" y="1638"/>
                    <a:pt x="474" y="1804"/>
                  </a:cubicBezTo>
                  <a:cubicBezTo>
                    <a:pt x="332" y="1887"/>
                    <a:pt x="201" y="1958"/>
                    <a:pt x="130" y="2005"/>
                  </a:cubicBezTo>
                  <a:cubicBezTo>
                    <a:pt x="107" y="2017"/>
                    <a:pt x="83" y="2029"/>
                    <a:pt x="48" y="2029"/>
                  </a:cubicBezTo>
                  <a:lnTo>
                    <a:pt x="12" y="2029"/>
                  </a:lnTo>
                  <a:cubicBezTo>
                    <a:pt x="0" y="2041"/>
                    <a:pt x="12" y="2065"/>
                    <a:pt x="24" y="2088"/>
                  </a:cubicBezTo>
                  <a:cubicBezTo>
                    <a:pt x="59" y="2112"/>
                    <a:pt x="119" y="2124"/>
                    <a:pt x="166" y="2124"/>
                  </a:cubicBezTo>
                  <a:cubicBezTo>
                    <a:pt x="296" y="2088"/>
                    <a:pt x="438" y="2053"/>
                    <a:pt x="568" y="1993"/>
                  </a:cubicBezTo>
                  <a:cubicBezTo>
                    <a:pt x="995" y="1828"/>
                    <a:pt x="1409" y="1615"/>
                    <a:pt x="1788" y="1366"/>
                  </a:cubicBezTo>
                  <a:cubicBezTo>
                    <a:pt x="2675" y="762"/>
                    <a:pt x="3208" y="40"/>
                    <a:pt x="3149" y="5"/>
                  </a:cubicBezTo>
                  <a:cubicBezTo>
                    <a:pt x="3146" y="2"/>
                    <a:pt x="3142" y="1"/>
                    <a:pt x="31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9"/>
            <p:cNvSpPr/>
            <p:nvPr/>
          </p:nvSpPr>
          <p:spPr>
            <a:xfrm>
              <a:off x="5529003" y="1053759"/>
              <a:ext cx="359525" cy="552647"/>
            </a:xfrm>
            <a:custGeom>
              <a:rect b="b" l="l" r="r" t="t"/>
              <a:pathLst>
                <a:path extrusionOk="0" h="17250" w="11222">
                  <a:moveTo>
                    <a:pt x="18" y="1"/>
                  </a:moveTo>
                  <a:cubicBezTo>
                    <a:pt x="15" y="1"/>
                    <a:pt x="13" y="1"/>
                    <a:pt x="12" y="3"/>
                  </a:cubicBezTo>
                  <a:cubicBezTo>
                    <a:pt x="0" y="27"/>
                    <a:pt x="249" y="192"/>
                    <a:pt x="675" y="488"/>
                  </a:cubicBezTo>
                  <a:cubicBezTo>
                    <a:pt x="1290" y="926"/>
                    <a:pt x="1870" y="1388"/>
                    <a:pt x="2427" y="1885"/>
                  </a:cubicBezTo>
                  <a:cubicBezTo>
                    <a:pt x="3255" y="2631"/>
                    <a:pt x="4025" y="3436"/>
                    <a:pt x="4723" y="4288"/>
                  </a:cubicBezTo>
                  <a:cubicBezTo>
                    <a:pt x="5587" y="5341"/>
                    <a:pt x="6357" y="6466"/>
                    <a:pt x="7043" y="7638"/>
                  </a:cubicBezTo>
                  <a:cubicBezTo>
                    <a:pt x="8499" y="10135"/>
                    <a:pt x="9458" y="12585"/>
                    <a:pt x="10121" y="14361"/>
                  </a:cubicBezTo>
                  <a:cubicBezTo>
                    <a:pt x="10452" y="15261"/>
                    <a:pt x="10712" y="15983"/>
                    <a:pt x="10890" y="16480"/>
                  </a:cubicBezTo>
                  <a:cubicBezTo>
                    <a:pt x="11079" y="16989"/>
                    <a:pt x="11186" y="17249"/>
                    <a:pt x="11210" y="17249"/>
                  </a:cubicBezTo>
                  <a:cubicBezTo>
                    <a:pt x="11221" y="17249"/>
                    <a:pt x="11150" y="16953"/>
                    <a:pt x="11008" y="16444"/>
                  </a:cubicBezTo>
                  <a:cubicBezTo>
                    <a:pt x="10854" y="15935"/>
                    <a:pt x="10630" y="15189"/>
                    <a:pt x="10322" y="14290"/>
                  </a:cubicBezTo>
                  <a:cubicBezTo>
                    <a:pt x="9706" y="12491"/>
                    <a:pt x="8759" y="10017"/>
                    <a:pt x="7292" y="7484"/>
                  </a:cubicBezTo>
                  <a:cubicBezTo>
                    <a:pt x="6605" y="6300"/>
                    <a:pt x="5812" y="5176"/>
                    <a:pt x="4936" y="4110"/>
                  </a:cubicBezTo>
                  <a:cubicBezTo>
                    <a:pt x="4214" y="3258"/>
                    <a:pt x="3421" y="2453"/>
                    <a:pt x="2569" y="1731"/>
                  </a:cubicBezTo>
                  <a:cubicBezTo>
                    <a:pt x="1989" y="1246"/>
                    <a:pt x="1385" y="796"/>
                    <a:pt x="746" y="394"/>
                  </a:cubicBezTo>
                  <a:cubicBezTo>
                    <a:pt x="318" y="141"/>
                    <a:pt x="62" y="1"/>
                    <a:pt x="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9"/>
            <p:cNvSpPr/>
            <p:nvPr/>
          </p:nvSpPr>
          <p:spPr>
            <a:xfrm>
              <a:off x="5825158" y="1043571"/>
              <a:ext cx="270813" cy="472553"/>
            </a:xfrm>
            <a:custGeom>
              <a:rect b="b" l="l" r="r" t="t"/>
              <a:pathLst>
                <a:path extrusionOk="0" h="14750" w="8453">
                  <a:moveTo>
                    <a:pt x="27" y="1"/>
                  </a:moveTo>
                  <a:cubicBezTo>
                    <a:pt x="26" y="1"/>
                    <a:pt x="25" y="1"/>
                    <a:pt x="24" y="1"/>
                  </a:cubicBezTo>
                  <a:cubicBezTo>
                    <a:pt x="1" y="49"/>
                    <a:pt x="806" y="593"/>
                    <a:pt x="1895" y="1706"/>
                  </a:cubicBezTo>
                  <a:cubicBezTo>
                    <a:pt x="2534" y="2357"/>
                    <a:pt x="3114" y="3067"/>
                    <a:pt x="3646" y="3813"/>
                  </a:cubicBezTo>
                  <a:cubicBezTo>
                    <a:pt x="4286" y="4724"/>
                    <a:pt x="4866" y="5683"/>
                    <a:pt x="5375" y="6677"/>
                  </a:cubicBezTo>
                  <a:cubicBezTo>
                    <a:pt x="6452" y="8796"/>
                    <a:pt x="7138" y="10856"/>
                    <a:pt x="7635" y="12347"/>
                  </a:cubicBezTo>
                  <a:cubicBezTo>
                    <a:pt x="7872" y="13093"/>
                    <a:pt x="8061" y="13696"/>
                    <a:pt x="8204" y="14111"/>
                  </a:cubicBezTo>
                  <a:cubicBezTo>
                    <a:pt x="8334" y="14525"/>
                    <a:pt x="8417" y="14750"/>
                    <a:pt x="8440" y="14750"/>
                  </a:cubicBezTo>
                  <a:cubicBezTo>
                    <a:pt x="8452" y="14738"/>
                    <a:pt x="8417" y="14501"/>
                    <a:pt x="8310" y="14075"/>
                  </a:cubicBezTo>
                  <a:cubicBezTo>
                    <a:pt x="8215" y="13649"/>
                    <a:pt x="8050" y="13034"/>
                    <a:pt x="7837" y="12276"/>
                  </a:cubicBezTo>
                  <a:cubicBezTo>
                    <a:pt x="7280" y="10299"/>
                    <a:pt x="6546" y="8382"/>
                    <a:pt x="5647" y="6535"/>
                  </a:cubicBezTo>
                  <a:cubicBezTo>
                    <a:pt x="5126" y="5529"/>
                    <a:pt x="4534" y="4559"/>
                    <a:pt x="3871" y="3647"/>
                  </a:cubicBezTo>
                  <a:cubicBezTo>
                    <a:pt x="3315" y="2901"/>
                    <a:pt x="2711" y="2203"/>
                    <a:pt x="2048" y="1552"/>
                  </a:cubicBezTo>
                  <a:cubicBezTo>
                    <a:pt x="1599" y="1126"/>
                    <a:pt x="1113" y="724"/>
                    <a:pt x="616" y="357"/>
                  </a:cubicBezTo>
                  <a:cubicBezTo>
                    <a:pt x="266" y="119"/>
                    <a:pt x="56"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9"/>
            <p:cNvSpPr/>
            <p:nvPr/>
          </p:nvSpPr>
          <p:spPr>
            <a:xfrm>
              <a:off x="6051183" y="912762"/>
              <a:ext cx="295065" cy="847200"/>
            </a:xfrm>
            <a:custGeom>
              <a:rect b="b" l="l" r="r" t="t"/>
              <a:pathLst>
                <a:path extrusionOk="0" h="26444" w="9210">
                  <a:moveTo>
                    <a:pt x="12" y="1"/>
                  </a:moveTo>
                  <a:cubicBezTo>
                    <a:pt x="0" y="13"/>
                    <a:pt x="273" y="309"/>
                    <a:pt x="746" y="853"/>
                  </a:cubicBezTo>
                  <a:cubicBezTo>
                    <a:pt x="1409" y="1622"/>
                    <a:pt x="2024" y="2439"/>
                    <a:pt x="2604" y="3280"/>
                  </a:cubicBezTo>
                  <a:cubicBezTo>
                    <a:pt x="3445" y="4522"/>
                    <a:pt x="4191" y="5836"/>
                    <a:pt x="4818" y="7209"/>
                  </a:cubicBezTo>
                  <a:cubicBezTo>
                    <a:pt x="5599" y="8890"/>
                    <a:pt x="6238" y="10618"/>
                    <a:pt x="6747" y="12406"/>
                  </a:cubicBezTo>
                  <a:cubicBezTo>
                    <a:pt x="7256" y="14181"/>
                    <a:pt x="7659" y="15980"/>
                    <a:pt x="7978" y="17803"/>
                  </a:cubicBezTo>
                  <a:cubicBezTo>
                    <a:pt x="8274" y="19484"/>
                    <a:pt x="8487" y="21011"/>
                    <a:pt x="8653" y="22289"/>
                  </a:cubicBezTo>
                  <a:cubicBezTo>
                    <a:pt x="8807" y="23579"/>
                    <a:pt x="8937" y="24609"/>
                    <a:pt x="9020" y="25331"/>
                  </a:cubicBezTo>
                  <a:cubicBezTo>
                    <a:pt x="9067" y="25686"/>
                    <a:pt x="9103" y="25970"/>
                    <a:pt x="9126" y="26160"/>
                  </a:cubicBezTo>
                  <a:cubicBezTo>
                    <a:pt x="9138" y="26255"/>
                    <a:pt x="9150" y="26349"/>
                    <a:pt x="9186" y="26444"/>
                  </a:cubicBezTo>
                  <a:cubicBezTo>
                    <a:pt x="9198" y="26349"/>
                    <a:pt x="9209" y="26243"/>
                    <a:pt x="9198" y="26148"/>
                  </a:cubicBezTo>
                  <a:cubicBezTo>
                    <a:pt x="9186" y="25959"/>
                    <a:pt x="9174" y="25686"/>
                    <a:pt x="9150" y="25319"/>
                  </a:cubicBezTo>
                  <a:cubicBezTo>
                    <a:pt x="9091" y="24597"/>
                    <a:pt x="9008" y="23556"/>
                    <a:pt x="8866" y="22266"/>
                  </a:cubicBezTo>
                  <a:cubicBezTo>
                    <a:pt x="8736" y="20987"/>
                    <a:pt x="8546" y="19448"/>
                    <a:pt x="8262" y="17756"/>
                  </a:cubicBezTo>
                  <a:cubicBezTo>
                    <a:pt x="7955" y="15921"/>
                    <a:pt x="7552" y="14110"/>
                    <a:pt x="7043" y="12323"/>
                  </a:cubicBezTo>
                  <a:cubicBezTo>
                    <a:pt x="6534" y="10524"/>
                    <a:pt x="5871" y="8784"/>
                    <a:pt x="5078" y="7103"/>
                  </a:cubicBezTo>
                  <a:cubicBezTo>
                    <a:pt x="4427" y="5718"/>
                    <a:pt x="3658" y="4404"/>
                    <a:pt x="2782" y="3161"/>
                  </a:cubicBezTo>
                  <a:cubicBezTo>
                    <a:pt x="2190" y="2321"/>
                    <a:pt x="1539" y="1528"/>
                    <a:pt x="829" y="782"/>
                  </a:cubicBezTo>
                  <a:cubicBezTo>
                    <a:pt x="580" y="522"/>
                    <a:pt x="379" y="320"/>
                    <a:pt x="237" y="190"/>
                  </a:cubicBezTo>
                  <a:cubicBezTo>
                    <a:pt x="178" y="119"/>
                    <a:pt x="95" y="48"/>
                    <a:pt x="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9"/>
            <p:cNvSpPr/>
            <p:nvPr/>
          </p:nvSpPr>
          <p:spPr>
            <a:xfrm>
              <a:off x="6075819" y="1591925"/>
              <a:ext cx="84227" cy="242748"/>
            </a:xfrm>
            <a:custGeom>
              <a:rect b="b" l="l" r="r" t="t"/>
              <a:pathLst>
                <a:path extrusionOk="0" h="7577" w="2629">
                  <a:moveTo>
                    <a:pt x="52" y="0"/>
                  </a:moveTo>
                  <a:cubicBezTo>
                    <a:pt x="51" y="0"/>
                    <a:pt x="49" y="1"/>
                    <a:pt x="48" y="1"/>
                  </a:cubicBezTo>
                  <a:cubicBezTo>
                    <a:pt x="1" y="25"/>
                    <a:pt x="249" y="416"/>
                    <a:pt x="593" y="1055"/>
                  </a:cubicBezTo>
                  <a:cubicBezTo>
                    <a:pt x="770" y="1374"/>
                    <a:pt x="971" y="1753"/>
                    <a:pt x="1161" y="2191"/>
                  </a:cubicBezTo>
                  <a:cubicBezTo>
                    <a:pt x="1350" y="2629"/>
                    <a:pt x="1551" y="3126"/>
                    <a:pt x="1729" y="3647"/>
                  </a:cubicBezTo>
                  <a:cubicBezTo>
                    <a:pt x="1895" y="4168"/>
                    <a:pt x="2037" y="4677"/>
                    <a:pt x="2143" y="5150"/>
                  </a:cubicBezTo>
                  <a:cubicBezTo>
                    <a:pt x="2238" y="5612"/>
                    <a:pt x="2321" y="6038"/>
                    <a:pt x="2368" y="6405"/>
                  </a:cubicBezTo>
                  <a:cubicBezTo>
                    <a:pt x="2475" y="7115"/>
                    <a:pt x="2510" y="7577"/>
                    <a:pt x="2557" y="7577"/>
                  </a:cubicBezTo>
                  <a:cubicBezTo>
                    <a:pt x="2581" y="7577"/>
                    <a:pt x="2629" y="7115"/>
                    <a:pt x="2569" y="6381"/>
                  </a:cubicBezTo>
                  <a:cubicBezTo>
                    <a:pt x="2534" y="5955"/>
                    <a:pt x="2486" y="5517"/>
                    <a:pt x="2404" y="5103"/>
                  </a:cubicBezTo>
                  <a:cubicBezTo>
                    <a:pt x="2297" y="4582"/>
                    <a:pt x="2167" y="4061"/>
                    <a:pt x="2001" y="3564"/>
                  </a:cubicBezTo>
                  <a:cubicBezTo>
                    <a:pt x="1835" y="3055"/>
                    <a:pt x="1634" y="2558"/>
                    <a:pt x="1409" y="2085"/>
                  </a:cubicBezTo>
                  <a:cubicBezTo>
                    <a:pt x="1220" y="1694"/>
                    <a:pt x="1007" y="1315"/>
                    <a:pt x="782" y="948"/>
                  </a:cubicBezTo>
                  <a:cubicBezTo>
                    <a:pt x="393" y="341"/>
                    <a:pt x="103"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9"/>
            <p:cNvSpPr/>
            <p:nvPr/>
          </p:nvSpPr>
          <p:spPr>
            <a:xfrm>
              <a:off x="5837300" y="1672307"/>
              <a:ext cx="89160" cy="202189"/>
            </a:xfrm>
            <a:custGeom>
              <a:rect b="b" l="l" r="r" t="t"/>
              <a:pathLst>
                <a:path extrusionOk="0" h="6311" w="2783">
                  <a:moveTo>
                    <a:pt x="87" y="0"/>
                  </a:moveTo>
                  <a:cubicBezTo>
                    <a:pt x="86" y="0"/>
                    <a:pt x="84" y="1"/>
                    <a:pt x="83" y="2"/>
                  </a:cubicBezTo>
                  <a:cubicBezTo>
                    <a:pt x="0" y="61"/>
                    <a:pt x="995" y="1268"/>
                    <a:pt x="1752" y="3020"/>
                  </a:cubicBezTo>
                  <a:cubicBezTo>
                    <a:pt x="2495" y="4753"/>
                    <a:pt x="2651" y="6311"/>
                    <a:pt x="2746" y="6311"/>
                  </a:cubicBezTo>
                  <a:cubicBezTo>
                    <a:pt x="2746" y="6311"/>
                    <a:pt x="2746" y="6311"/>
                    <a:pt x="2747" y="6311"/>
                  </a:cubicBezTo>
                  <a:cubicBezTo>
                    <a:pt x="2782" y="6299"/>
                    <a:pt x="2782" y="5908"/>
                    <a:pt x="2699" y="5281"/>
                  </a:cubicBezTo>
                  <a:cubicBezTo>
                    <a:pt x="2640" y="4914"/>
                    <a:pt x="2557" y="4547"/>
                    <a:pt x="2463" y="4192"/>
                  </a:cubicBezTo>
                  <a:cubicBezTo>
                    <a:pt x="2344" y="3754"/>
                    <a:pt x="2190" y="3316"/>
                    <a:pt x="2025" y="2902"/>
                  </a:cubicBezTo>
                  <a:cubicBezTo>
                    <a:pt x="1835" y="2475"/>
                    <a:pt x="1634" y="2073"/>
                    <a:pt x="1409" y="1682"/>
                  </a:cubicBezTo>
                  <a:cubicBezTo>
                    <a:pt x="1220" y="1363"/>
                    <a:pt x="1007" y="1043"/>
                    <a:pt x="782" y="747"/>
                  </a:cubicBezTo>
                  <a:cubicBezTo>
                    <a:pt x="407" y="270"/>
                    <a:pt x="130" y="0"/>
                    <a:pt x="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 name="Google Shape;709;p39"/>
          <p:cNvSpPr txBox="1"/>
          <p:nvPr>
            <p:ph idx="4294967295" type="subTitle"/>
          </p:nvPr>
        </p:nvSpPr>
        <p:spPr>
          <a:xfrm>
            <a:off x="475576" y="3574164"/>
            <a:ext cx="7787100" cy="5259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Jo</a:t>
            </a:r>
            <a:r>
              <a:rPr lang="en"/>
              <a:t>ão Sousa - 103415 (40% of the work done)</a:t>
            </a:r>
            <a:endParaRPr/>
          </a:p>
          <a:p>
            <a:pPr indent="0" lvl="0" marL="0" rtl="0" algn="l">
              <a:lnSpc>
                <a:spcPct val="30000"/>
              </a:lnSpc>
              <a:spcBef>
                <a:spcPts val="1600"/>
              </a:spcBef>
              <a:spcAft>
                <a:spcPts val="0"/>
              </a:spcAft>
              <a:buNone/>
            </a:pPr>
            <a:r>
              <a:rPr lang="en"/>
              <a:t>António Alberto - 114622 (60% of </a:t>
            </a:r>
            <a:r>
              <a:rPr lang="en"/>
              <a:t>the work done)</a:t>
            </a:r>
            <a:endParaRPr/>
          </a:p>
          <a:p>
            <a:pPr indent="0" lvl="0" marL="0" rtl="0" algn="l">
              <a:lnSpc>
                <a:spcPct val="30000"/>
              </a:lnSpc>
              <a:spcBef>
                <a:spcPts val="1600"/>
              </a:spcBef>
              <a:spcAft>
                <a:spcPts val="0"/>
              </a:spcAft>
              <a:buNone/>
            </a:pPr>
            <a:r>
              <a:rPr lang="en"/>
              <a:t>https://spotify-songs-analytics.github.io/spotify-songs-analytics/</a:t>
            </a:r>
            <a:endParaRPr>
              <a:solidFill>
                <a:srgbClr val="000000"/>
              </a:solidFill>
              <a:latin typeface="Arial"/>
              <a:ea typeface="Arial"/>
              <a:cs typeface="Arial"/>
              <a:sym typeface="Arial"/>
            </a:endParaRPr>
          </a:p>
          <a:p>
            <a:pPr indent="0" lvl="0" marL="0" rtl="0" algn="l">
              <a:lnSpc>
                <a:spcPct val="30000"/>
              </a:lnSpc>
              <a:spcBef>
                <a:spcPts val="1600"/>
              </a:spcBef>
              <a:spcAft>
                <a:spcPts val="1600"/>
              </a:spcAft>
              <a:buNone/>
            </a:pPr>
            <a:r>
              <a:t/>
            </a:r>
            <a:endParaRPr/>
          </a:p>
        </p:txBody>
      </p:sp>
      <p:pic>
        <p:nvPicPr>
          <p:cNvPr id="710" name="Google Shape;710;p39"/>
          <p:cNvPicPr preferRelativeResize="0"/>
          <p:nvPr/>
        </p:nvPicPr>
        <p:blipFill rotWithShape="1">
          <a:blip r:embed="rId3">
            <a:alphaModFix/>
          </a:blip>
          <a:srcRect b="0" l="0" r="21611" t="0"/>
          <a:stretch/>
        </p:blipFill>
        <p:spPr>
          <a:xfrm>
            <a:off x="494173" y="4392775"/>
            <a:ext cx="3560400" cy="565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40"/>
          <p:cNvSpPr txBox="1"/>
          <p:nvPr>
            <p:ph idx="1" type="subTitle"/>
          </p:nvPr>
        </p:nvSpPr>
        <p:spPr>
          <a:xfrm>
            <a:off x="1826412" y="1433237"/>
            <a:ext cx="2342100" cy="7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a:t>
            </a:r>
            <a:endParaRPr/>
          </a:p>
        </p:txBody>
      </p:sp>
      <p:sp>
        <p:nvSpPr>
          <p:cNvPr id="716" name="Google Shape;716;p40"/>
          <p:cNvSpPr txBox="1"/>
          <p:nvPr>
            <p:ph idx="3" type="subTitle"/>
          </p:nvPr>
        </p:nvSpPr>
        <p:spPr>
          <a:xfrm>
            <a:off x="4980504" y="1433238"/>
            <a:ext cx="2342100" cy="795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Variables</a:t>
            </a:r>
            <a:endParaRPr/>
          </a:p>
        </p:txBody>
      </p:sp>
      <p:sp>
        <p:nvSpPr>
          <p:cNvPr id="717" name="Google Shape;717;p40"/>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a:t>
            </a:r>
            <a:endParaRPr/>
          </a:p>
        </p:txBody>
      </p:sp>
      <p:sp>
        <p:nvSpPr>
          <p:cNvPr id="718" name="Google Shape;718;p40"/>
          <p:cNvSpPr txBox="1"/>
          <p:nvPr>
            <p:ph idx="5" type="subTitle"/>
          </p:nvPr>
        </p:nvSpPr>
        <p:spPr>
          <a:xfrm>
            <a:off x="1696250" y="1827573"/>
            <a:ext cx="3096000" cy="1002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Three Public Spotify datasets from Kaggle, combined</a:t>
            </a:r>
            <a:endParaRPr sz="1300"/>
          </a:p>
          <a:p>
            <a:pPr indent="-311150" lvl="0" marL="457200" rtl="0" algn="l">
              <a:spcBef>
                <a:spcPts val="0"/>
              </a:spcBef>
              <a:spcAft>
                <a:spcPts val="0"/>
              </a:spcAft>
              <a:buSzPts val="1300"/>
              <a:buChar char="●"/>
            </a:pPr>
            <a:r>
              <a:rPr lang="en" sz="1300"/>
              <a:t>2300+ songs (2000-2023)</a:t>
            </a:r>
            <a:endParaRPr sz="1300"/>
          </a:p>
          <a:p>
            <a:pPr indent="-311150" lvl="0" marL="457200" rtl="0" algn="l">
              <a:spcBef>
                <a:spcPts val="0"/>
              </a:spcBef>
              <a:spcAft>
                <a:spcPts val="0"/>
              </a:spcAft>
              <a:buSzPts val="1300"/>
              <a:buChar char="●"/>
            </a:pPr>
            <a:r>
              <a:rPr lang="en" sz="1300"/>
              <a:t>800+ artists</a:t>
            </a:r>
            <a:endParaRPr sz="1300"/>
          </a:p>
          <a:p>
            <a:pPr indent="-311150" lvl="0" marL="457200" rtl="0" algn="l">
              <a:spcBef>
                <a:spcPts val="0"/>
              </a:spcBef>
              <a:spcAft>
                <a:spcPts val="0"/>
              </a:spcAft>
              <a:buSzPts val="1300"/>
              <a:buChar char="●"/>
            </a:pPr>
            <a:r>
              <a:rPr lang="en" sz="1300"/>
              <a:t>20+ genres</a:t>
            </a:r>
            <a:endParaRPr sz="1300"/>
          </a:p>
        </p:txBody>
      </p:sp>
      <p:sp>
        <p:nvSpPr>
          <p:cNvPr id="719" name="Google Shape;719;p40"/>
          <p:cNvSpPr txBox="1"/>
          <p:nvPr>
            <p:ph idx="6" type="subTitle"/>
          </p:nvPr>
        </p:nvSpPr>
        <p:spPr>
          <a:xfrm>
            <a:off x="5656661" y="1888265"/>
            <a:ext cx="2810100" cy="2369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Acousticness: level of acoustic instruments vs. electronic (0-1)</a:t>
            </a:r>
            <a:endParaRPr sz="1300"/>
          </a:p>
          <a:p>
            <a:pPr indent="-311150" lvl="0" marL="457200" rtl="0" algn="l">
              <a:spcBef>
                <a:spcPts val="0"/>
              </a:spcBef>
              <a:spcAft>
                <a:spcPts val="0"/>
              </a:spcAft>
              <a:buSzPts val="1300"/>
              <a:buChar char="●"/>
            </a:pPr>
            <a:r>
              <a:rPr lang="en" sz="1300"/>
              <a:t>Danceability: suitability for dancing (0-1)</a:t>
            </a:r>
            <a:endParaRPr sz="1300"/>
          </a:p>
          <a:p>
            <a:pPr indent="-311150" lvl="0" marL="457200" rtl="0" algn="l">
              <a:spcBef>
                <a:spcPts val="0"/>
              </a:spcBef>
              <a:spcAft>
                <a:spcPts val="0"/>
              </a:spcAft>
              <a:buSzPts val="1300"/>
              <a:buChar char="●"/>
            </a:pPr>
            <a:r>
              <a:rPr lang="en" sz="1300"/>
              <a:t>Energy: perceived intensity and activity (0-1)</a:t>
            </a:r>
            <a:endParaRPr sz="1300"/>
          </a:p>
          <a:p>
            <a:pPr indent="-311150" lvl="0" marL="457200" rtl="0" algn="l">
              <a:spcBef>
                <a:spcPts val="0"/>
              </a:spcBef>
              <a:spcAft>
                <a:spcPts val="0"/>
              </a:spcAft>
              <a:buSzPts val="1300"/>
              <a:buChar char="●"/>
            </a:pPr>
            <a:r>
              <a:rPr lang="en" sz="1300"/>
              <a:t>Valence: positivity/happiness conveyed (0-1)</a:t>
            </a:r>
            <a:endParaRPr sz="1300"/>
          </a:p>
          <a:p>
            <a:pPr indent="-311150" lvl="0" marL="457200" rtl="0" algn="l">
              <a:spcBef>
                <a:spcPts val="0"/>
              </a:spcBef>
              <a:spcAft>
                <a:spcPts val="0"/>
              </a:spcAft>
              <a:buSzPts val="1300"/>
              <a:buChar char="●"/>
            </a:pPr>
            <a:r>
              <a:rPr lang="en" sz="1300"/>
              <a:t>Speechiness: how much a track sounds like spoken words (0-1)</a:t>
            </a:r>
            <a:endParaRPr sz="1300"/>
          </a:p>
        </p:txBody>
      </p:sp>
      <p:sp>
        <p:nvSpPr>
          <p:cNvPr id="720" name="Google Shape;720;p40"/>
          <p:cNvSpPr/>
          <p:nvPr/>
        </p:nvSpPr>
        <p:spPr>
          <a:xfrm>
            <a:off x="982250" y="1594804"/>
            <a:ext cx="795600" cy="7956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0"/>
          <p:cNvSpPr/>
          <p:nvPr/>
        </p:nvSpPr>
        <p:spPr>
          <a:xfrm>
            <a:off x="4898725" y="1594804"/>
            <a:ext cx="795600" cy="7956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0"/>
          <p:cNvSpPr/>
          <p:nvPr/>
        </p:nvSpPr>
        <p:spPr>
          <a:xfrm>
            <a:off x="493227" y="630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 name="Google Shape;723;p40"/>
          <p:cNvGrpSpPr/>
          <p:nvPr/>
        </p:nvGrpSpPr>
        <p:grpSpPr>
          <a:xfrm>
            <a:off x="1170320" y="1782360"/>
            <a:ext cx="419443" cy="420487"/>
            <a:chOff x="-3771675" y="3971775"/>
            <a:chExt cx="291300" cy="292025"/>
          </a:xfrm>
        </p:grpSpPr>
        <p:sp>
          <p:nvSpPr>
            <p:cNvPr id="724" name="Google Shape;724;p40"/>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0"/>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0"/>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0"/>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0"/>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29" name="Google Shape;729;p40"/>
          <p:cNvPicPr preferRelativeResize="0"/>
          <p:nvPr/>
        </p:nvPicPr>
        <p:blipFill>
          <a:blip r:embed="rId3">
            <a:alphaModFix/>
          </a:blip>
          <a:stretch>
            <a:fillRect/>
          </a:stretch>
        </p:blipFill>
        <p:spPr>
          <a:xfrm>
            <a:off x="5043275" y="1724987"/>
            <a:ext cx="535200" cy="535200"/>
          </a:xfrm>
          <a:prstGeom prst="rect">
            <a:avLst/>
          </a:prstGeom>
          <a:noFill/>
          <a:ln>
            <a:noFill/>
          </a:ln>
        </p:spPr>
      </p:pic>
      <p:sp>
        <p:nvSpPr>
          <p:cNvPr id="730" name="Google Shape;730;p40"/>
          <p:cNvSpPr txBox="1"/>
          <p:nvPr>
            <p:ph idx="1" type="subTitle"/>
          </p:nvPr>
        </p:nvSpPr>
        <p:spPr>
          <a:xfrm>
            <a:off x="1826412" y="3128639"/>
            <a:ext cx="2342100" cy="7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Metadata</a:t>
            </a:r>
            <a:endParaRPr/>
          </a:p>
        </p:txBody>
      </p:sp>
      <p:sp>
        <p:nvSpPr>
          <p:cNvPr id="731" name="Google Shape;731;p40"/>
          <p:cNvSpPr txBox="1"/>
          <p:nvPr>
            <p:ph idx="5" type="subTitle"/>
          </p:nvPr>
        </p:nvSpPr>
        <p:spPr>
          <a:xfrm>
            <a:off x="1696250" y="3522974"/>
            <a:ext cx="2810100" cy="795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Popularity (0–100, based on engagement)</a:t>
            </a:r>
            <a:endParaRPr sz="1300"/>
          </a:p>
          <a:p>
            <a:pPr indent="-311150" lvl="0" marL="457200" rtl="0" algn="l">
              <a:spcBef>
                <a:spcPts val="0"/>
              </a:spcBef>
              <a:spcAft>
                <a:spcPts val="0"/>
              </a:spcAft>
              <a:buSzPts val="1300"/>
              <a:buChar char="●"/>
            </a:pPr>
            <a:r>
              <a:rPr lang="en" sz="1300"/>
              <a:t>Release Year</a:t>
            </a:r>
            <a:endParaRPr sz="1300"/>
          </a:p>
          <a:p>
            <a:pPr indent="-311150" lvl="0" marL="457200" rtl="0" algn="l">
              <a:spcBef>
                <a:spcPts val="0"/>
              </a:spcBef>
              <a:spcAft>
                <a:spcPts val="0"/>
              </a:spcAft>
              <a:buSzPts val="1300"/>
              <a:buChar char="●"/>
            </a:pPr>
            <a:r>
              <a:rPr lang="en" sz="1300"/>
              <a:t>Genre</a:t>
            </a:r>
            <a:endParaRPr sz="1300"/>
          </a:p>
          <a:p>
            <a:pPr indent="-311150" lvl="0" marL="457200" rtl="0" algn="l">
              <a:spcBef>
                <a:spcPts val="0"/>
              </a:spcBef>
              <a:spcAft>
                <a:spcPts val="0"/>
              </a:spcAft>
              <a:buSzPts val="1300"/>
              <a:buChar char="●"/>
            </a:pPr>
            <a:r>
              <a:rPr lang="en" sz="1300"/>
              <a:t>Artists</a:t>
            </a:r>
            <a:endParaRPr sz="1300"/>
          </a:p>
        </p:txBody>
      </p:sp>
      <p:sp>
        <p:nvSpPr>
          <p:cNvPr id="732" name="Google Shape;732;p40"/>
          <p:cNvSpPr/>
          <p:nvPr/>
        </p:nvSpPr>
        <p:spPr>
          <a:xfrm>
            <a:off x="982250" y="3290206"/>
            <a:ext cx="795600" cy="795600"/>
          </a:xfrm>
          <a:prstGeom prst="rect">
            <a:avLst/>
          </a:prstGeom>
          <a:solidFill>
            <a:schemeClr val="dk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3" name="Google Shape;733;p40"/>
          <p:cNvPicPr preferRelativeResize="0"/>
          <p:nvPr/>
        </p:nvPicPr>
        <p:blipFill>
          <a:blip r:embed="rId4">
            <a:alphaModFix/>
          </a:blip>
          <a:stretch>
            <a:fillRect/>
          </a:stretch>
        </p:blipFill>
        <p:spPr>
          <a:xfrm>
            <a:off x="1156800" y="3464750"/>
            <a:ext cx="446500" cy="446500"/>
          </a:xfrm>
          <a:prstGeom prst="rect">
            <a:avLst/>
          </a:prstGeom>
          <a:noFill/>
          <a:ln>
            <a:noFill/>
          </a:ln>
        </p:spPr>
      </p:pic>
      <p:sp>
        <p:nvSpPr>
          <p:cNvPr id="734" name="Google Shape;734;p40"/>
          <p:cNvSpPr txBox="1"/>
          <p:nvPr>
            <p:ph idx="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1"/>
          <p:cNvSpPr txBox="1"/>
          <p:nvPr>
            <p:ph idx="6" type="subTitle"/>
          </p:nvPr>
        </p:nvSpPr>
        <p:spPr>
          <a:xfrm>
            <a:off x="704825" y="2668650"/>
            <a:ext cx="3422100" cy="91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Sofia Almeida                                    </a:t>
            </a:r>
            <a:endParaRPr/>
          </a:p>
        </p:txBody>
      </p:sp>
      <p:sp>
        <p:nvSpPr>
          <p:cNvPr id="740" name="Google Shape;740;p41"/>
          <p:cNvSpPr txBox="1"/>
          <p:nvPr>
            <p:ph idx="8" type="subTitle"/>
          </p:nvPr>
        </p:nvSpPr>
        <p:spPr>
          <a:xfrm>
            <a:off x="4994325" y="2668650"/>
            <a:ext cx="3422100" cy="91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Miguel Santos</a:t>
            </a:r>
            <a:endParaRPr/>
          </a:p>
        </p:txBody>
      </p:sp>
      <p:sp>
        <p:nvSpPr>
          <p:cNvPr id="741" name="Google Shape;741;p41"/>
          <p:cNvSpPr txBox="1"/>
          <p:nvPr>
            <p:ph type="title"/>
          </p:nvPr>
        </p:nvSpPr>
        <p:spPr>
          <a:xfrm>
            <a:off x="1608775" y="521425"/>
            <a:ext cx="5926500" cy="1081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Personas</a:t>
            </a:r>
            <a:endParaRPr/>
          </a:p>
        </p:txBody>
      </p:sp>
      <p:sp>
        <p:nvSpPr>
          <p:cNvPr id="742" name="Google Shape;742;p41"/>
          <p:cNvSpPr txBox="1"/>
          <p:nvPr>
            <p:ph idx="3" type="subTitle"/>
          </p:nvPr>
        </p:nvSpPr>
        <p:spPr>
          <a:xfrm>
            <a:off x="504275" y="3395300"/>
            <a:ext cx="3823200" cy="11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24 years old, Music student at UA, wants to investigate trends in musical genres for her master's thesis on the evolution of Hip-Hop. She needs to identify patterns across decades (2000–2023) visually, without spending hours in Excel</a:t>
            </a:r>
            <a:r>
              <a:rPr lang="en" sz="1200"/>
              <a:t>.</a:t>
            </a:r>
            <a:endParaRPr sz="1200"/>
          </a:p>
        </p:txBody>
      </p:sp>
      <p:sp>
        <p:nvSpPr>
          <p:cNvPr id="743" name="Google Shape;743;p41"/>
          <p:cNvSpPr txBox="1"/>
          <p:nvPr>
            <p:ph idx="4" type="subTitle"/>
          </p:nvPr>
        </p:nvSpPr>
        <p:spPr>
          <a:xfrm>
            <a:off x="4761850" y="3395300"/>
            <a:ext cx="3823200" cy="11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35 years old, music producer who needs to identify sound trends to guide production of new music. He wants to know which attributes (energy, danceability, valence) are growing and how to compare his artist's profile with successful artists of the same genre.</a:t>
            </a:r>
            <a:endParaRPr sz="1300"/>
          </a:p>
        </p:txBody>
      </p:sp>
      <p:sp>
        <p:nvSpPr>
          <p:cNvPr id="744" name="Google Shape;744;p41"/>
          <p:cNvSpPr/>
          <p:nvPr/>
        </p:nvSpPr>
        <p:spPr>
          <a:xfrm rot="1800038">
            <a:off x="1251214" y="490411"/>
            <a:ext cx="302235" cy="491373"/>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1"/>
          <p:cNvSpPr/>
          <p:nvPr/>
        </p:nvSpPr>
        <p:spPr>
          <a:xfrm flipH="1">
            <a:off x="7610045" y="61540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6" name="Google Shape;746;p41"/>
          <p:cNvPicPr preferRelativeResize="0"/>
          <p:nvPr/>
        </p:nvPicPr>
        <p:blipFill>
          <a:blip r:embed="rId3">
            <a:alphaModFix/>
          </a:blip>
          <a:stretch>
            <a:fillRect/>
          </a:stretch>
        </p:blipFill>
        <p:spPr>
          <a:xfrm>
            <a:off x="1595450" y="1268975"/>
            <a:ext cx="1640852" cy="1640873"/>
          </a:xfrm>
          <a:prstGeom prst="rect">
            <a:avLst/>
          </a:prstGeom>
          <a:noFill/>
          <a:ln cap="rnd" cmpd="sng" w="38100">
            <a:solidFill>
              <a:schemeClr val="accent3"/>
            </a:solidFill>
            <a:prstDash val="solid"/>
            <a:round/>
            <a:headEnd len="sm" w="sm" type="none"/>
            <a:tailEnd len="sm" w="sm" type="none"/>
          </a:ln>
        </p:spPr>
      </p:pic>
      <p:pic>
        <p:nvPicPr>
          <p:cNvPr id="747" name="Google Shape;747;p41"/>
          <p:cNvPicPr preferRelativeResize="0"/>
          <p:nvPr/>
        </p:nvPicPr>
        <p:blipFill>
          <a:blip r:embed="rId4">
            <a:alphaModFix/>
          </a:blip>
          <a:stretch>
            <a:fillRect/>
          </a:stretch>
        </p:blipFill>
        <p:spPr>
          <a:xfrm>
            <a:off x="5853025" y="1268988"/>
            <a:ext cx="1640852" cy="1640852"/>
          </a:xfrm>
          <a:prstGeom prst="rect">
            <a:avLst/>
          </a:prstGeom>
          <a:noFill/>
          <a:ln cap="flat" cmpd="sng" w="38100">
            <a:solidFill>
              <a:schemeClr val="accent3"/>
            </a:solidFill>
            <a:prstDash val="solid"/>
            <a:round/>
            <a:headEnd len="sm" w="sm" type="none"/>
            <a:tailEnd len="sm" w="sm" type="none"/>
          </a:ln>
        </p:spPr>
      </p:pic>
      <p:sp>
        <p:nvSpPr>
          <p:cNvPr id="748" name="Google Shape;748;p41"/>
          <p:cNvSpPr txBox="1"/>
          <p:nvPr>
            <p:ph idx="1"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ctr">
              <a:lnSpc>
                <a:spcPct val="30000"/>
              </a:lnSpc>
              <a:spcBef>
                <a:spcPts val="0"/>
              </a:spcBef>
              <a:spcAft>
                <a:spcPts val="0"/>
              </a:spcAft>
              <a:buNone/>
            </a:pPr>
            <a:r>
              <a:rPr lang="en"/>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2"/>
          <p:cNvSpPr/>
          <p:nvPr/>
        </p:nvSpPr>
        <p:spPr>
          <a:xfrm>
            <a:off x="3137125" y="1248500"/>
            <a:ext cx="5940000" cy="2848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754" name="Google Shape;754;p42"/>
          <p:cNvSpPr/>
          <p:nvPr/>
        </p:nvSpPr>
        <p:spPr>
          <a:xfrm>
            <a:off x="171950" y="1248600"/>
            <a:ext cx="5908200" cy="2848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755" name="Google Shape;755;p42"/>
          <p:cNvSpPr txBox="1"/>
          <p:nvPr>
            <p:ph type="title"/>
          </p:nvPr>
        </p:nvSpPr>
        <p:spPr>
          <a:xfrm>
            <a:off x="1343025" y="522800"/>
            <a:ext cx="6458100" cy="112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Main Questions</a:t>
            </a:r>
            <a:endParaRPr/>
          </a:p>
        </p:txBody>
      </p:sp>
      <p:sp>
        <p:nvSpPr>
          <p:cNvPr id="756" name="Google Shape;756;p42"/>
          <p:cNvSpPr txBox="1"/>
          <p:nvPr>
            <p:ph idx="6" type="subTitle"/>
          </p:nvPr>
        </p:nvSpPr>
        <p:spPr>
          <a:xfrm>
            <a:off x="265500" y="2937925"/>
            <a:ext cx="2967000" cy="413700"/>
          </a:xfrm>
          <a:prstGeom prst="rect">
            <a:avLst/>
          </a:prstGeom>
        </p:spPr>
        <p:txBody>
          <a:bodyPr anchorCtr="0" anchor="b" bIns="91425" lIns="91425" spcFirstLastPara="1" rIns="91425" wrap="square" tIns="91425">
            <a:noAutofit/>
          </a:bodyPr>
          <a:lstStyle/>
          <a:p>
            <a:pPr indent="0" lvl="0" marL="457200" rtl="0" algn="ctr">
              <a:spcBef>
                <a:spcPts val="0"/>
              </a:spcBef>
              <a:spcAft>
                <a:spcPts val="0"/>
              </a:spcAft>
              <a:buNone/>
            </a:pPr>
            <a:r>
              <a:rPr lang="en" sz="1300"/>
              <a:t>How have the different genres evolved from 2000 to 2023?</a:t>
            </a:r>
            <a:endParaRPr sz="1300"/>
          </a:p>
        </p:txBody>
      </p:sp>
      <p:sp>
        <p:nvSpPr>
          <p:cNvPr id="757" name="Google Shape;757;p42"/>
          <p:cNvSpPr txBox="1"/>
          <p:nvPr>
            <p:ph idx="7" type="subTitle"/>
          </p:nvPr>
        </p:nvSpPr>
        <p:spPr>
          <a:xfrm>
            <a:off x="2938075" y="1757661"/>
            <a:ext cx="2922600" cy="869700"/>
          </a:xfrm>
          <a:prstGeom prst="rect">
            <a:avLst/>
          </a:prstGeom>
        </p:spPr>
        <p:txBody>
          <a:bodyPr anchorCtr="0" anchor="b" bIns="91425" lIns="91425" spcFirstLastPara="1" rIns="91425" wrap="square" tIns="91425">
            <a:noAutofit/>
          </a:bodyPr>
          <a:lstStyle/>
          <a:p>
            <a:pPr indent="0" lvl="0" marL="457200" rtl="0" algn="ctr">
              <a:spcBef>
                <a:spcPts val="0"/>
              </a:spcBef>
              <a:spcAft>
                <a:spcPts val="0"/>
              </a:spcAft>
              <a:buNone/>
            </a:pPr>
            <a:r>
              <a:rPr lang="en" sz="1300"/>
              <a:t>How have the overall audio characteristics changed over decades? </a:t>
            </a:r>
            <a:endParaRPr sz="1300"/>
          </a:p>
        </p:txBody>
      </p:sp>
      <p:sp>
        <p:nvSpPr>
          <p:cNvPr id="758" name="Google Shape;758;p42"/>
          <p:cNvSpPr txBox="1"/>
          <p:nvPr>
            <p:ph idx="8" type="subTitle"/>
          </p:nvPr>
        </p:nvSpPr>
        <p:spPr>
          <a:xfrm>
            <a:off x="5728749" y="2464639"/>
            <a:ext cx="2754000" cy="869700"/>
          </a:xfrm>
          <a:prstGeom prst="rect">
            <a:avLst/>
          </a:prstGeom>
        </p:spPr>
        <p:txBody>
          <a:bodyPr anchorCtr="0" anchor="b" bIns="91425" lIns="91425" spcFirstLastPara="1" rIns="91425" wrap="square" tIns="91425">
            <a:noAutofit/>
          </a:bodyPr>
          <a:lstStyle/>
          <a:p>
            <a:pPr indent="0" lvl="0" marL="457200" rtl="0" algn="ctr">
              <a:spcBef>
                <a:spcPts val="0"/>
              </a:spcBef>
              <a:spcAft>
                <a:spcPts val="0"/>
              </a:spcAft>
              <a:buNone/>
            </a:pPr>
            <a:r>
              <a:rPr lang="en" sz="1300"/>
              <a:t>What are the distinct audio characteristic profiles for different artists?</a:t>
            </a:r>
            <a:endParaRPr sz="1300"/>
          </a:p>
        </p:txBody>
      </p:sp>
      <p:sp>
        <p:nvSpPr>
          <p:cNvPr id="759" name="Google Shape;759;p42"/>
          <p:cNvSpPr txBox="1"/>
          <p:nvPr>
            <p:ph idx="4294967295" type="subTitle"/>
          </p:nvPr>
        </p:nvSpPr>
        <p:spPr>
          <a:xfrm>
            <a:off x="-50750" y="4643585"/>
            <a:ext cx="2441400" cy="544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b="1" lang="en" sz="1800">
                <a:latin typeface="Alfa Slab One"/>
                <a:ea typeface="Alfa Slab One"/>
                <a:cs typeface="Alfa Slab One"/>
                <a:sym typeface="Alfa Slab One"/>
              </a:rPr>
              <a:t>Sofia Almeida                                    </a:t>
            </a:r>
            <a:endParaRPr b="1" sz="1800">
              <a:latin typeface="Alfa Slab One"/>
              <a:ea typeface="Alfa Slab One"/>
              <a:cs typeface="Alfa Slab One"/>
              <a:sym typeface="Alfa Slab One"/>
            </a:endParaRPr>
          </a:p>
        </p:txBody>
      </p:sp>
      <p:sp>
        <p:nvSpPr>
          <p:cNvPr id="760" name="Google Shape;760;p42"/>
          <p:cNvSpPr txBox="1"/>
          <p:nvPr>
            <p:ph idx="8" type="subTitle"/>
          </p:nvPr>
        </p:nvSpPr>
        <p:spPr>
          <a:xfrm>
            <a:off x="6164607" y="4159668"/>
            <a:ext cx="3422100" cy="91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800"/>
              <a:t>Miguel Santos</a:t>
            </a:r>
            <a:endParaRPr sz="1800"/>
          </a:p>
        </p:txBody>
      </p:sp>
      <p:pic>
        <p:nvPicPr>
          <p:cNvPr id="761" name="Google Shape;761;p42"/>
          <p:cNvPicPr preferRelativeResize="0"/>
          <p:nvPr/>
        </p:nvPicPr>
        <p:blipFill>
          <a:blip r:embed="rId3">
            <a:alphaModFix/>
          </a:blip>
          <a:stretch>
            <a:fillRect/>
          </a:stretch>
        </p:blipFill>
        <p:spPr>
          <a:xfrm>
            <a:off x="562863" y="3405750"/>
            <a:ext cx="1214223" cy="1214249"/>
          </a:xfrm>
          <a:prstGeom prst="rect">
            <a:avLst/>
          </a:prstGeom>
          <a:noFill/>
          <a:ln cap="rnd" cmpd="sng" w="38100">
            <a:solidFill>
              <a:schemeClr val="accent3"/>
            </a:solidFill>
            <a:prstDash val="solid"/>
            <a:round/>
            <a:headEnd len="sm" w="sm" type="none"/>
            <a:tailEnd len="sm" w="sm" type="none"/>
          </a:ln>
        </p:spPr>
      </p:pic>
      <p:pic>
        <p:nvPicPr>
          <p:cNvPr id="762" name="Google Shape;762;p42"/>
          <p:cNvPicPr preferRelativeResize="0"/>
          <p:nvPr/>
        </p:nvPicPr>
        <p:blipFill>
          <a:blip r:embed="rId4">
            <a:alphaModFix/>
          </a:blip>
          <a:stretch>
            <a:fillRect/>
          </a:stretch>
        </p:blipFill>
        <p:spPr>
          <a:xfrm>
            <a:off x="7268548" y="3405754"/>
            <a:ext cx="1214198" cy="1214198"/>
          </a:xfrm>
          <a:prstGeom prst="rect">
            <a:avLst/>
          </a:prstGeom>
          <a:noFill/>
          <a:ln cap="flat" cmpd="sng" w="38100">
            <a:solidFill>
              <a:schemeClr val="accent3"/>
            </a:solidFill>
            <a:prstDash val="solid"/>
            <a:round/>
            <a:headEnd len="sm" w="sm" type="none"/>
            <a:tailEnd len="sm" w="sm" type="none"/>
          </a:ln>
        </p:spPr>
      </p:pic>
      <p:sp>
        <p:nvSpPr>
          <p:cNvPr id="763" name="Google Shape;763;p42"/>
          <p:cNvSpPr txBox="1"/>
          <p:nvPr>
            <p:ph idx="6" type="subTitle"/>
          </p:nvPr>
        </p:nvSpPr>
        <p:spPr>
          <a:xfrm>
            <a:off x="5004018" y="1345198"/>
            <a:ext cx="3422100" cy="869700"/>
          </a:xfrm>
          <a:prstGeom prst="rect">
            <a:avLst/>
          </a:prstGeom>
        </p:spPr>
        <p:txBody>
          <a:bodyPr anchorCtr="0" anchor="b" bIns="91425" lIns="91425" spcFirstLastPara="1" rIns="91425" wrap="square" tIns="91425">
            <a:noAutofit/>
          </a:bodyPr>
          <a:lstStyle/>
          <a:p>
            <a:pPr indent="0" lvl="0" marL="457200" rtl="0" algn="ctr">
              <a:spcBef>
                <a:spcPts val="0"/>
              </a:spcBef>
              <a:spcAft>
                <a:spcPts val="0"/>
              </a:spcAft>
              <a:buNone/>
            </a:pPr>
            <a:r>
              <a:rPr lang="en" sz="1300"/>
              <a:t>How do energy and danceability correlate with song popularity?</a:t>
            </a:r>
            <a:endParaRPr sz="1300"/>
          </a:p>
        </p:txBody>
      </p:sp>
      <p:sp>
        <p:nvSpPr>
          <p:cNvPr id="764" name="Google Shape;764;p42"/>
          <p:cNvSpPr txBox="1"/>
          <p:nvPr>
            <p:ph idx="6" type="subTitle"/>
          </p:nvPr>
        </p:nvSpPr>
        <p:spPr>
          <a:xfrm>
            <a:off x="265500" y="1796888"/>
            <a:ext cx="3232500" cy="728100"/>
          </a:xfrm>
          <a:prstGeom prst="rect">
            <a:avLst/>
          </a:prstGeom>
        </p:spPr>
        <p:txBody>
          <a:bodyPr anchorCtr="0" anchor="b" bIns="91425" lIns="91425" spcFirstLastPara="1" rIns="91425" wrap="square" tIns="91425">
            <a:noAutofit/>
          </a:bodyPr>
          <a:lstStyle/>
          <a:p>
            <a:pPr indent="0" lvl="0" marL="457200" rtl="0" algn="ctr">
              <a:spcBef>
                <a:spcPts val="0"/>
              </a:spcBef>
              <a:spcAft>
                <a:spcPts val="0"/>
              </a:spcAft>
              <a:buNone/>
            </a:pPr>
            <a:r>
              <a:rPr lang="en" sz="1300"/>
              <a:t>How do the audio characteristics of a specific artist evolve across their discography?</a:t>
            </a:r>
            <a:endParaRPr sz="1300"/>
          </a:p>
        </p:txBody>
      </p:sp>
      <p:sp>
        <p:nvSpPr>
          <p:cNvPr id="765" name="Google Shape;765;p42"/>
          <p:cNvSpPr txBox="1"/>
          <p:nvPr>
            <p:ph idx="7" type="subTitle"/>
          </p:nvPr>
        </p:nvSpPr>
        <p:spPr>
          <a:xfrm>
            <a:off x="3350725" y="2582538"/>
            <a:ext cx="2562300" cy="86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300"/>
              <a:t>Are songs becoming more energetic and danceable?</a:t>
            </a:r>
            <a:endParaRPr sz="1300"/>
          </a:p>
          <a:p>
            <a:pPr indent="0" lvl="0" marL="457200" rtl="0" algn="ctr">
              <a:spcBef>
                <a:spcPts val="0"/>
              </a:spcBef>
              <a:spcAft>
                <a:spcPts val="0"/>
              </a:spcAft>
              <a:buNone/>
            </a:pPr>
            <a:r>
              <a:t/>
            </a:r>
            <a:endParaRPr sz="1100"/>
          </a:p>
        </p:txBody>
      </p:sp>
      <p:sp>
        <p:nvSpPr>
          <p:cNvPr id="766" name="Google Shape;766;p42"/>
          <p:cNvSpPr txBox="1"/>
          <p:nvPr>
            <p:ph idx="429496729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43"/>
          <p:cNvSpPr txBox="1"/>
          <p:nvPr>
            <p:ph idx="9"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Interaction Mechanisms</a:t>
            </a:r>
            <a:endParaRPr/>
          </a:p>
        </p:txBody>
      </p:sp>
      <p:sp>
        <p:nvSpPr>
          <p:cNvPr id="772" name="Google Shape;772;p43"/>
          <p:cNvSpPr txBox="1"/>
          <p:nvPr>
            <p:ph idx="2" type="subTitle"/>
          </p:nvPr>
        </p:nvSpPr>
        <p:spPr>
          <a:xfrm>
            <a:off x="2329882" y="1503206"/>
            <a:ext cx="1545300" cy="32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u="sng"/>
              <a:t>Sidebar filters</a:t>
            </a:r>
            <a:endParaRPr sz="1500" u="sng"/>
          </a:p>
        </p:txBody>
      </p:sp>
      <p:pic>
        <p:nvPicPr>
          <p:cNvPr id="773" name="Google Shape;773;p43"/>
          <p:cNvPicPr preferRelativeResize="0"/>
          <p:nvPr/>
        </p:nvPicPr>
        <p:blipFill>
          <a:blip r:embed="rId3">
            <a:alphaModFix/>
          </a:blip>
          <a:stretch>
            <a:fillRect/>
          </a:stretch>
        </p:blipFill>
        <p:spPr>
          <a:xfrm>
            <a:off x="3363666" y="1249750"/>
            <a:ext cx="1156875" cy="3684074"/>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pic>
        <p:nvPicPr>
          <p:cNvPr id="774" name="Google Shape;774;p43"/>
          <p:cNvPicPr preferRelativeResize="0"/>
          <p:nvPr/>
        </p:nvPicPr>
        <p:blipFill>
          <a:blip r:embed="rId4">
            <a:alphaModFix/>
          </a:blip>
          <a:stretch>
            <a:fillRect/>
          </a:stretch>
        </p:blipFill>
        <p:spPr>
          <a:xfrm>
            <a:off x="5706387" y="1249750"/>
            <a:ext cx="3116698" cy="1750116"/>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pic>
        <p:nvPicPr>
          <p:cNvPr id="775" name="Google Shape;775;p43"/>
          <p:cNvPicPr preferRelativeResize="0"/>
          <p:nvPr/>
        </p:nvPicPr>
        <p:blipFill>
          <a:blip r:embed="rId5">
            <a:alphaModFix/>
          </a:blip>
          <a:stretch>
            <a:fillRect/>
          </a:stretch>
        </p:blipFill>
        <p:spPr>
          <a:xfrm>
            <a:off x="5706387" y="3205025"/>
            <a:ext cx="3116698" cy="1728799"/>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sp>
        <p:nvSpPr>
          <p:cNvPr id="776" name="Google Shape;776;p43"/>
          <p:cNvSpPr txBox="1"/>
          <p:nvPr>
            <p:ph idx="2" type="subTitle"/>
          </p:nvPr>
        </p:nvSpPr>
        <p:spPr>
          <a:xfrm>
            <a:off x="4582837" y="3199964"/>
            <a:ext cx="1638300" cy="52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u="sng"/>
              <a:t>Details on-hover</a:t>
            </a:r>
            <a:endParaRPr sz="1500" u="sng"/>
          </a:p>
        </p:txBody>
      </p:sp>
      <p:sp>
        <p:nvSpPr>
          <p:cNvPr id="777" name="Google Shape;777;p43"/>
          <p:cNvSpPr txBox="1"/>
          <p:nvPr>
            <p:ph idx="2" type="subTitle"/>
          </p:nvPr>
        </p:nvSpPr>
        <p:spPr>
          <a:xfrm>
            <a:off x="4582843" y="1464591"/>
            <a:ext cx="1935000" cy="32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u="sng"/>
              <a:t>Highlight on-hover</a:t>
            </a:r>
            <a:endParaRPr sz="1500" u="sng"/>
          </a:p>
        </p:txBody>
      </p:sp>
      <p:sp>
        <p:nvSpPr>
          <p:cNvPr id="778" name="Google Shape;778;p43"/>
          <p:cNvSpPr txBox="1"/>
          <p:nvPr>
            <p:ph idx="429496729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5</a:t>
            </a:r>
            <a:endParaRPr/>
          </a:p>
        </p:txBody>
      </p:sp>
      <p:pic>
        <p:nvPicPr>
          <p:cNvPr id="779" name="Google Shape;779;p43"/>
          <p:cNvPicPr preferRelativeResize="0"/>
          <p:nvPr/>
        </p:nvPicPr>
        <p:blipFill>
          <a:blip r:embed="rId6">
            <a:alphaModFix/>
          </a:blip>
          <a:stretch>
            <a:fillRect/>
          </a:stretch>
        </p:blipFill>
        <p:spPr>
          <a:xfrm>
            <a:off x="244054" y="2982025"/>
            <a:ext cx="2957725" cy="742950"/>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sp>
        <p:nvSpPr>
          <p:cNvPr id="780" name="Google Shape;780;p43"/>
          <p:cNvSpPr txBox="1"/>
          <p:nvPr>
            <p:ph idx="2" type="subTitle"/>
          </p:nvPr>
        </p:nvSpPr>
        <p:spPr>
          <a:xfrm>
            <a:off x="166824" y="2338011"/>
            <a:ext cx="1545300" cy="64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u="sng"/>
              <a:t>Search-bar</a:t>
            </a:r>
            <a:endParaRPr sz="1500" u="sng"/>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4"/>
          <p:cNvSpPr txBox="1"/>
          <p:nvPr>
            <p:ph type="title"/>
          </p:nvPr>
        </p:nvSpPr>
        <p:spPr>
          <a:xfrm>
            <a:off x="3927400" y="1992225"/>
            <a:ext cx="4917300" cy="1784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Visualization Techniques </a:t>
            </a:r>
            <a:endParaRPr/>
          </a:p>
        </p:txBody>
      </p:sp>
      <p:grpSp>
        <p:nvGrpSpPr>
          <p:cNvPr id="786" name="Google Shape;786;p44"/>
          <p:cNvGrpSpPr/>
          <p:nvPr/>
        </p:nvGrpSpPr>
        <p:grpSpPr>
          <a:xfrm>
            <a:off x="-471482" y="958573"/>
            <a:ext cx="4519291" cy="4940736"/>
            <a:chOff x="6551833" y="342783"/>
            <a:chExt cx="2239934" cy="2448818"/>
          </a:xfrm>
        </p:grpSpPr>
        <p:sp>
          <p:nvSpPr>
            <p:cNvPr id="787" name="Google Shape;787;p44"/>
            <p:cNvSpPr/>
            <p:nvPr/>
          </p:nvSpPr>
          <p:spPr>
            <a:xfrm>
              <a:off x="8332925" y="967001"/>
              <a:ext cx="326558" cy="425522"/>
            </a:xfrm>
            <a:custGeom>
              <a:rect b="b" l="l" r="r" t="t"/>
              <a:pathLst>
                <a:path extrusionOk="0" h="13282" w="10193">
                  <a:moveTo>
                    <a:pt x="510" y="0"/>
                  </a:moveTo>
                  <a:cubicBezTo>
                    <a:pt x="510" y="1"/>
                    <a:pt x="1" y="8653"/>
                    <a:pt x="1895" y="13281"/>
                  </a:cubicBezTo>
                  <a:cubicBezTo>
                    <a:pt x="1895" y="13281"/>
                    <a:pt x="8310" y="12725"/>
                    <a:pt x="10192" y="6937"/>
                  </a:cubicBezTo>
                  <a:cubicBezTo>
                    <a:pt x="10192" y="6937"/>
                    <a:pt x="2096" y="261"/>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4"/>
            <p:cNvSpPr/>
            <p:nvPr/>
          </p:nvSpPr>
          <p:spPr>
            <a:xfrm>
              <a:off x="6697379" y="976196"/>
              <a:ext cx="1162897" cy="466402"/>
            </a:xfrm>
            <a:custGeom>
              <a:rect b="b" l="l" r="r" t="t"/>
              <a:pathLst>
                <a:path extrusionOk="0" h="14558" w="36298">
                  <a:moveTo>
                    <a:pt x="30830" y="1"/>
                  </a:moveTo>
                  <a:cubicBezTo>
                    <a:pt x="30682" y="1"/>
                    <a:pt x="30526" y="8"/>
                    <a:pt x="30361" y="21"/>
                  </a:cubicBezTo>
                  <a:cubicBezTo>
                    <a:pt x="25567" y="412"/>
                    <a:pt x="14003" y="8780"/>
                    <a:pt x="14003" y="8780"/>
                  </a:cubicBezTo>
                  <a:lnTo>
                    <a:pt x="0" y="8189"/>
                  </a:lnTo>
                  <a:lnTo>
                    <a:pt x="0" y="8189"/>
                  </a:lnTo>
                  <a:lnTo>
                    <a:pt x="332" y="10627"/>
                  </a:lnTo>
                  <a:cubicBezTo>
                    <a:pt x="332" y="10627"/>
                    <a:pt x="5705" y="14213"/>
                    <a:pt x="10274" y="14545"/>
                  </a:cubicBezTo>
                  <a:cubicBezTo>
                    <a:pt x="10399" y="14553"/>
                    <a:pt x="10531" y="14558"/>
                    <a:pt x="10670" y="14558"/>
                  </a:cubicBezTo>
                  <a:cubicBezTo>
                    <a:pt x="15642" y="14558"/>
                    <a:pt x="29911" y="9159"/>
                    <a:pt x="29911" y="9159"/>
                  </a:cubicBezTo>
                  <a:cubicBezTo>
                    <a:pt x="29911" y="9159"/>
                    <a:pt x="36298" y="1"/>
                    <a:pt x="30830" y="1"/>
                  </a:cubicBez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4"/>
            <p:cNvSpPr/>
            <p:nvPr/>
          </p:nvSpPr>
          <p:spPr>
            <a:xfrm>
              <a:off x="7616599" y="900267"/>
              <a:ext cx="772488" cy="977656"/>
            </a:xfrm>
            <a:custGeom>
              <a:rect b="b" l="l" r="r" t="t"/>
              <a:pathLst>
                <a:path extrusionOk="0" h="30516" w="24112">
                  <a:moveTo>
                    <a:pt x="13293" y="0"/>
                  </a:moveTo>
                  <a:lnTo>
                    <a:pt x="2249" y="4557"/>
                  </a:lnTo>
                  <a:cubicBezTo>
                    <a:pt x="2249" y="4557"/>
                    <a:pt x="2474" y="10061"/>
                    <a:pt x="0" y="12429"/>
                  </a:cubicBezTo>
                  <a:lnTo>
                    <a:pt x="5279" y="30515"/>
                  </a:lnTo>
                  <a:lnTo>
                    <a:pt x="21662" y="29355"/>
                  </a:lnTo>
                  <a:lnTo>
                    <a:pt x="23425" y="15956"/>
                  </a:lnTo>
                  <a:cubicBezTo>
                    <a:pt x="24112" y="10724"/>
                    <a:pt x="22821" y="5410"/>
                    <a:pt x="19815" y="1066"/>
                  </a:cubicBezTo>
                  <a:lnTo>
                    <a:pt x="13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4"/>
            <p:cNvSpPr/>
            <p:nvPr/>
          </p:nvSpPr>
          <p:spPr>
            <a:xfrm>
              <a:off x="7827822" y="515721"/>
              <a:ext cx="288978" cy="317812"/>
            </a:xfrm>
            <a:custGeom>
              <a:rect b="b" l="l" r="r" t="t"/>
              <a:pathLst>
                <a:path extrusionOk="0" h="9920" w="9020">
                  <a:moveTo>
                    <a:pt x="5717" y="1"/>
                  </a:moveTo>
                  <a:cubicBezTo>
                    <a:pt x="1622" y="794"/>
                    <a:pt x="0" y="4913"/>
                    <a:pt x="0" y="4913"/>
                  </a:cubicBezTo>
                  <a:lnTo>
                    <a:pt x="2664" y="9423"/>
                  </a:lnTo>
                  <a:cubicBezTo>
                    <a:pt x="2735" y="9541"/>
                    <a:pt x="2841" y="9648"/>
                    <a:pt x="2960" y="9731"/>
                  </a:cubicBezTo>
                  <a:cubicBezTo>
                    <a:pt x="3137" y="9861"/>
                    <a:pt x="3350" y="9920"/>
                    <a:pt x="3575" y="9920"/>
                  </a:cubicBezTo>
                  <a:cubicBezTo>
                    <a:pt x="4901" y="9908"/>
                    <a:pt x="6712" y="9115"/>
                    <a:pt x="7730" y="8618"/>
                  </a:cubicBezTo>
                  <a:cubicBezTo>
                    <a:pt x="8251" y="8358"/>
                    <a:pt x="8641" y="7884"/>
                    <a:pt x="8783" y="7316"/>
                  </a:cubicBezTo>
                  <a:cubicBezTo>
                    <a:pt x="8973" y="6523"/>
                    <a:pt x="9020" y="5694"/>
                    <a:pt x="8925" y="4889"/>
                  </a:cubicBezTo>
                  <a:cubicBezTo>
                    <a:pt x="8523" y="1670"/>
                    <a:pt x="5717" y="1"/>
                    <a:pt x="5717" y="1"/>
                  </a:cubicBez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4"/>
            <p:cNvSpPr/>
            <p:nvPr/>
          </p:nvSpPr>
          <p:spPr>
            <a:xfrm>
              <a:off x="7884336" y="753888"/>
              <a:ext cx="158137" cy="204816"/>
            </a:xfrm>
            <a:custGeom>
              <a:rect b="b" l="l" r="r" t="t"/>
              <a:pathLst>
                <a:path extrusionOk="0" h="6393" w="4936">
                  <a:moveTo>
                    <a:pt x="3740" y="0"/>
                  </a:moveTo>
                  <a:lnTo>
                    <a:pt x="0" y="935"/>
                  </a:lnTo>
                  <a:lnTo>
                    <a:pt x="1255" y="5919"/>
                  </a:lnTo>
                  <a:cubicBezTo>
                    <a:pt x="1255" y="5919"/>
                    <a:pt x="2233" y="6393"/>
                    <a:pt x="3182" y="6393"/>
                  </a:cubicBezTo>
                  <a:cubicBezTo>
                    <a:pt x="4031" y="6393"/>
                    <a:pt x="4858" y="6012"/>
                    <a:pt x="4936" y="4569"/>
                  </a:cubicBezTo>
                  <a:lnTo>
                    <a:pt x="3740" y="0"/>
                  </a:ln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4"/>
            <p:cNvSpPr/>
            <p:nvPr/>
          </p:nvSpPr>
          <p:spPr>
            <a:xfrm>
              <a:off x="7960169" y="810017"/>
              <a:ext cx="83458" cy="31205"/>
            </a:xfrm>
            <a:custGeom>
              <a:rect b="b" l="l" r="r" t="t"/>
              <a:pathLst>
                <a:path extrusionOk="0" h="974" w="2605">
                  <a:moveTo>
                    <a:pt x="2332" y="0"/>
                  </a:moveTo>
                  <a:lnTo>
                    <a:pt x="0" y="912"/>
                  </a:lnTo>
                  <a:cubicBezTo>
                    <a:pt x="0" y="912"/>
                    <a:pt x="327" y="974"/>
                    <a:pt x="782" y="974"/>
                  </a:cubicBezTo>
                  <a:cubicBezTo>
                    <a:pt x="1318" y="974"/>
                    <a:pt x="2034" y="887"/>
                    <a:pt x="2604" y="509"/>
                  </a:cubicBezTo>
                  <a:lnTo>
                    <a:pt x="2332" y="0"/>
                  </a:ln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4"/>
            <p:cNvSpPr/>
            <p:nvPr/>
          </p:nvSpPr>
          <p:spPr>
            <a:xfrm>
              <a:off x="7927170" y="568807"/>
              <a:ext cx="250693" cy="302178"/>
            </a:xfrm>
            <a:custGeom>
              <a:rect b="b" l="l" r="r" t="t"/>
              <a:pathLst>
                <a:path extrusionOk="0" h="9432" w="7825">
                  <a:moveTo>
                    <a:pt x="4368" y="1"/>
                  </a:moveTo>
                  <a:cubicBezTo>
                    <a:pt x="4368" y="1"/>
                    <a:pt x="474" y="3221"/>
                    <a:pt x="1" y="7849"/>
                  </a:cubicBezTo>
                  <a:cubicBezTo>
                    <a:pt x="1" y="7849"/>
                    <a:pt x="2179" y="9431"/>
                    <a:pt x="4135" y="9431"/>
                  </a:cubicBezTo>
                  <a:cubicBezTo>
                    <a:pt x="4705" y="9431"/>
                    <a:pt x="5257" y="9297"/>
                    <a:pt x="5730" y="8949"/>
                  </a:cubicBezTo>
                  <a:cubicBezTo>
                    <a:pt x="7825" y="7411"/>
                    <a:pt x="7126" y="2806"/>
                    <a:pt x="4368" y="1"/>
                  </a:cubicBez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4"/>
            <p:cNvSpPr/>
            <p:nvPr/>
          </p:nvSpPr>
          <p:spPr>
            <a:xfrm>
              <a:off x="7950302" y="656942"/>
              <a:ext cx="58436" cy="67407"/>
            </a:xfrm>
            <a:custGeom>
              <a:rect b="b" l="l" r="r" t="t"/>
              <a:pathLst>
                <a:path extrusionOk="0" h="2104" w="1824">
                  <a:moveTo>
                    <a:pt x="1230" y="0"/>
                  </a:moveTo>
                  <a:cubicBezTo>
                    <a:pt x="949" y="0"/>
                    <a:pt x="663" y="145"/>
                    <a:pt x="498" y="422"/>
                  </a:cubicBezTo>
                  <a:cubicBezTo>
                    <a:pt x="202" y="919"/>
                    <a:pt x="1" y="1511"/>
                    <a:pt x="273" y="2103"/>
                  </a:cubicBezTo>
                  <a:cubicBezTo>
                    <a:pt x="273" y="2103"/>
                    <a:pt x="486" y="919"/>
                    <a:pt x="1823" y="280"/>
                  </a:cubicBezTo>
                  <a:cubicBezTo>
                    <a:pt x="1672" y="92"/>
                    <a:pt x="1452" y="0"/>
                    <a:pt x="1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4"/>
            <p:cNvSpPr/>
            <p:nvPr/>
          </p:nvSpPr>
          <p:spPr>
            <a:xfrm>
              <a:off x="8050995" y="605554"/>
              <a:ext cx="56322" cy="31172"/>
            </a:xfrm>
            <a:custGeom>
              <a:rect b="b" l="l" r="r" t="t"/>
              <a:pathLst>
                <a:path extrusionOk="0" h="973" w="1758">
                  <a:moveTo>
                    <a:pt x="852" y="1"/>
                  </a:moveTo>
                  <a:cubicBezTo>
                    <a:pt x="395" y="1"/>
                    <a:pt x="1" y="499"/>
                    <a:pt x="172" y="973"/>
                  </a:cubicBezTo>
                  <a:cubicBezTo>
                    <a:pt x="172" y="973"/>
                    <a:pt x="485" y="551"/>
                    <a:pt x="1138" y="551"/>
                  </a:cubicBezTo>
                  <a:cubicBezTo>
                    <a:pt x="1319" y="551"/>
                    <a:pt x="1525" y="583"/>
                    <a:pt x="1758" y="665"/>
                  </a:cubicBezTo>
                  <a:cubicBezTo>
                    <a:pt x="1616" y="393"/>
                    <a:pt x="1379" y="168"/>
                    <a:pt x="1095" y="49"/>
                  </a:cubicBezTo>
                  <a:cubicBezTo>
                    <a:pt x="1014" y="16"/>
                    <a:pt x="932" y="1"/>
                    <a:pt x="8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4"/>
            <p:cNvSpPr/>
            <p:nvPr/>
          </p:nvSpPr>
          <p:spPr>
            <a:xfrm>
              <a:off x="7987465" y="711406"/>
              <a:ext cx="46679" cy="40976"/>
            </a:xfrm>
            <a:custGeom>
              <a:rect b="b" l="l" r="r" t="t"/>
              <a:pathLst>
                <a:path extrusionOk="0" h="1279" w="1457">
                  <a:moveTo>
                    <a:pt x="1374" y="1"/>
                  </a:moveTo>
                  <a:cubicBezTo>
                    <a:pt x="1350" y="1"/>
                    <a:pt x="1374" y="143"/>
                    <a:pt x="1350" y="332"/>
                  </a:cubicBezTo>
                  <a:cubicBezTo>
                    <a:pt x="1338" y="450"/>
                    <a:pt x="1314" y="557"/>
                    <a:pt x="1267" y="663"/>
                  </a:cubicBezTo>
                  <a:cubicBezTo>
                    <a:pt x="1208" y="794"/>
                    <a:pt x="1125" y="900"/>
                    <a:pt x="1030" y="995"/>
                  </a:cubicBezTo>
                  <a:cubicBezTo>
                    <a:pt x="971" y="1030"/>
                    <a:pt x="912" y="1066"/>
                    <a:pt x="853" y="1090"/>
                  </a:cubicBezTo>
                  <a:cubicBezTo>
                    <a:pt x="794" y="1113"/>
                    <a:pt x="734" y="1137"/>
                    <a:pt x="663" y="1137"/>
                  </a:cubicBezTo>
                  <a:cubicBezTo>
                    <a:pt x="557" y="1137"/>
                    <a:pt x="439" y="1125"/>
                    <a:pt x="332" y="1090"/>
                  </a:cubicBezTo>
                  <a:cubicBezTo>
                    <a:pt x="237" y="1066"/>
                    <a:pt x="154" y="1030"/>
                    <a:pt x="107" y="1019"/>
                  </a:cubicBezTo>
                  <a:cubicBezTo>
                    <a:pt x="72" y="1005"/>
                    <a:pt x="46" y="999"/>
                    <a:pt x="30" y="999"/>
                  </a:cubicBezTo>
                  <a:cubicBezTo>
                    <a:pt x="19" y="999"/>
                    <a:pt x="12" y="1002"/>
                    <a:pt x="12" y="1007"/>
                  </a:cubicBezTo>
                  <a:cubicBezTo>
                    <a:pt x="1" y="1007"/>
                    <a:pt x="24" y="1030"/>
                    <a:pt x="72" y="1066"/>
                  </a:cubicBezTo>
                  <a:cubicBezTo>
                    <a:pt x="143" y="1113"/>
                    <a:pt x="214" y="1161"/>
                    <a:pt x="297" y="1196"/>
                  </a:cubicBezTo>
                  <a:cubicBezTo>
                    <a:pt x="415" y="1243"/>
                    <a:pt x="545" y="1279"/>
                    <a:pt x="675" y="1279"/>
                  </a:cubicBezTo>
                  <a:cubicBezTo>
                    <a:pt x="746" y="1279"/>
                    <a:pt x="829" y="1255"/>
                    <a:pt x="900" y="1232"/>
                  </a:cubicBezTo>
                  <a:cubicBezTo>
                    <a:pt x="983" y="1208"/>
                    <a:pt x="1054" y="1161"/>
                    <a:pt x="1125" y="1101"/>
                  </a:cubicBezTo>
                  <a:cubicBezTo>
                    <a:pt x="1243" y="1007"/>
                    <a:pt x="1338" y="865"/>
                    <a:pt x="1397" y="711"/>
                  </a:cubicBezTo>
                  <a:cubicBezTo>
                    <a:pt x="1445" y="592"/>
                    <a:pt x="1457" y="462"/>
                    <a:pt x="1457" y="332"/>
                  </a:cubicBezTo>
                  <a:cubicBezTo>
                    <a:pt x="1445" y="119"/>
                    <a:pt x="1386" y="1"/>
                    <a:pt x="13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4"/>
            <p:cNvSpPr/>
            <p:nvPr/>
          </p:nvSpPr>
          <p:spPr>
            <a:xfrm>
              <a:off x="8079253" y="660595"/>
              <a:ext cx="37196" cy="28417"/>
            </a:xfrm>
            <a:custGeom>
              <a:rect b="b" l="l" r="r" t="t"/>
              <a:pathLst>
                <a:path extrusionOk="0" h="887" w="1161">
                  <a:moveTo>
                    <a:pt x="1077" y="0"/>
                  </a:moveTo>
                  <a:lnTo>
                    <a:pt x="1077" y="0"/>
                  </a:lnTo>
                  <a:cubicBezTo>
                    <a:pt x="1054" y="12"/>
                    <a:pt x="1089" y="107"/>
                    <a:pt x="1054" y="249"/>
                  </a:cubicBezTo>
                  <a:cubicBezTo>
                    <a:pt x="1030" y="344"/>
                    <a:pt x="994" y="415"/>
                    <a:pt x="959" y="498"/>
                  </a:cubicBezTo>
                  <a:cubicBezTo>
                    <a:pt x="900" y="580"/>
                    <a:pt x="829" y="651"/>
                    <a:pt x="746" y="699"/>
                  </a:cubicBezTo>
                  <a:cubicBezTo>
                    <a:pt x="690" y="727"/>
                    <a:pt x="631" y="738"/>
                    <a:pt x="572" y="738"/>
                  </a:cubicBezTo>
                  <a:cubicBezTo>
                    <a:pt x="530" y="738"/>
                    <a:pt x="489" y="732"/>
                    <a:pt x="450" y="722"/>
                  </a:cubicBezTo>
                  <a:cubicBezTo>
                    <a:pt x="379" y="699"/>
                    <a:pt x="296" y="663"/>
                    <a:pt x="225" y="604"/>
                  </a:cubicBezTo>
                  <a:cubicBezTo>
                    <a:pt x="166" y="557"/>
                    <a:pt x="118" y="521"/>
                    <a:pt x="83" y="486"/>
                  </a:cubicBezTo>
                  <a:cubicBezTo>
                    <a:pt x="36" y="462"/>
                    <a:pt x="24" y="450"/>
                    <a:pt x="12" y="450"/>
                  </a:cubicBezTo>
                  <a:lnTo>
                    <a:pt x="12" y="450"/>
                  </a:lnTo>
                  <a:cubicBezTo>
                    <a:pt x="0" y="462"/>
                    <a:pt x="12" y="486"/>
                    <a:pt x="36" y="521"/>
                  </a:cubicBezTo>
                  <a:cubicBezTo>
                    <a:pt x="71" y="580"/>
                    <a:pt x="107" y="640"/>
                    <a:pt x="154" y="687"/>
                  </a:cubicBezTo>
                  <a:cubicBezTo>
                    <a:pt x="225" y="758"/>
                    <a:pt x="308" y="817"/>
                    <a:pt x="414" y="853"/>
                  </a:cubicBezTo>
                  <a:cubicBezTo>
                    <a:pt x="476" y="875"/>
                    <a:pt x="537" y="887"/>
                    <a:pt x="599" y="887"/>
                  </a:cubicBezTo>
                  <a:cubicBezTo>
                    <a:pt x="668" y="887"/>
                    <a:pt x="736" y="872"/>
                    <a:pt x="805" y="841"/>
                  </a:cubicBezTo>
                  <a:cubicBezTo>
                    <a:pt x="864" y="805"/>
                    <a:pt x="923" y="770"/>
                    <a:pt x="959" y="711"/>
                  </a:cubicBezTo>
                  <a:cubicBezTo>
                    <a:pt x="1006" y="663"/>
                    <a:pt x="1042" y="616"/>
                    <a:pt x="1065" y="569"/>
                  </a:cubicBezTo>
                  <a:cubicBezTo>
                    <a:pt x="1125" y="474"/>
                    <a:pt x="1148" y="367"/>
                    <a:pt x="1160" y="273"/>
                  </a:cubicBezTo>
                  <a:cubicBezTo>
                    <a:pt x="1160" y="202"/>
                    <a:pt x="1148" y="131"/>
                    <a:pt x="1125" y="60"/>
                  </a:cubicBezTo>
                  <a:cubicBezTo>
                    <a:pt x="1101" y="24"/>
                    <a:pt x="1089" y="0"/>
                    <a:pt x="10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4"/>
            <p:cNvSpPr/>
            <p:nvPr/>
          </p:nvSpPr>
          <p:spPr>
            <a:xfrm>
              <a:off x="8039045" y="665913"/>
              <a:ext cx="70194" cy="85732"/>
            </a:xfrm>
            <a:custGeom>
              <a:rect b="b" l="l" r="r" t="t"/>
              <a:pathLst>
                <a:path extrusionOk="0" h="2676" w="2191">
                  <a:moveTo>
                    <a:pt x="24" y="0"/>
                  </a:moveTo>
                  <a:cubicBezTo>
                    <a:pt x="0" y="12"/>
                    <a:pt x="71" y="213"/>
                    <a:pt x="225" y="533"/>
                  </a:cubicBezTo>
                  <a:cubicBezTo>
                    <a:pt x="296" y="687"/>
                    <a:pt x="391" y="876"/>
                    <a:pt x="509" y="1077"/>
                  </a:cubicBezTo>
                  <a:cubicBezTo>
                    <a:pt x="628" y="1302"/>
                    <a:pt x="758" y="1515"/>
                    <a:pt x="912" y="1716"/>
                  </a:cubicBezTo>
                  <a:cubicBezTo>
                    <a:pt x="995" y="1823"/>
                    <a:pt x="1089" y="1918"/>
                    <a:pt x="1196" y="2001"/>
                  </a:cubicBezTo>
                  <a:cubicBezTo>
                    <a:pt x="1291" y="2072"/>
                    <a:pt x="1397" y="2131"/>
                    <a:pt x="1516" y="2178"/>
                  </a:cubicBezTo>
                  <a:cubicBezTo>
                    <a:pt x="1622" y="2214"/>
                    <a:pt x="1740" y="2237"/>
                    <a:pt x="1847" y="2237"/>
                  </a:cubicBezTo>
                  <a:cubicBezTo>
                    <a:pt x="1894" y="2237"/>
                    <a:pt x="1953" y="2237"/>
                    <a:pt x="2001" y="2225"/>
                  </a:cubicBezTo>
                  <a:lnTo>
                    <a:pt x="2048" y="2225"/>
                  </a:lnTo>
                  <a:lnTo>
                    <a:pt x="2048" y="2237"/>
                  </a:lnTo>
                  <a:lnTo>
                    <a:pt x="2048" y="2249"/>
                  </a:lnTo>
                  <a:cubicBezTo>
                    <a:pt x="2048" y="2249"/>
                    <a:pt x="2048" y="2261"/>
                    <a:pt x="2048" y="2261"/>
                  </a:cubicBezTo>
                  <a:cubicBezTo>
                    <a:pt x="2036" y="2296"/>
                    <a:pt x="2024" y="2332"/>
                    <a:pt x="2013" y="2367"/>
                  </a:cubicBezTo>
                  <a:cubicBezTo>
                    <a:pt x="2001" y="2427"/>
                    <a:pt x="1977" y="2486"/>
                    <a:pt x="1942" y="2533"/>
                  </a:cubicBezTo>
                  <a:cubicBezTo>
                    <a:pt x="1906" y="2616"/>
                    <a:pt x="1882" y="2663"/>
                    <a:pt x="1882" y="2675"/>
                  </a:cubicBezTo>
                  <a:cubicBezTo>
                    <a:pt x="1882" y="2675"/>
                    <a:pt x="1942" y="2652"/>
                    <a:pt x="2013" y="2557"/>
                  </a:cubicBezTo>
                  <a:cubicBezTo>
                    <a:pt x="2048" y="2510"/>
                    <a:pt x="2084" y="2450"/>
                    <a:pt x="2107" y="2391"/>
                  </a:cubicBezTo>
                  <a:cubicBezTo>
                    <a:pt x="2119" y="2356"/>
                    <a:pt x="2143" y="2308"/>
                    <a:pt x="2155" y="2273"/>
                  </a:cubicBezTo>
                  <a:cubicBezTo>
                    <a:pt x="2167" y="2202"/>
                    <a:pt x="2190" y="2131"/>
                    <a:pt x="2190" y="2060"/>
                  </a:cubicBezTo>
                  <a:lnTo>
                    <a:pt x="2190" y="2060"/>
                  </a:lnTo>
                  <a:cubicBezTo>
                    <a:pt x="2155" y="2072"/>
                    <a:pt x="2119" y="2083"/>
                    <a:pt x="2084" y="2095"/>
                  </a:cubicBezTo>
                  <a:lnTo>
                    <a:pt x="2024" y="2107"/>
                  </a:lnTo>
                  <a:lnTo>
                    <a:pt x="1847" y="2107"/>
                  </a:lnTo>
                  <a:cubicBezTo>
                    <a:pt x="1752" y="2095"/>
                    <a:pt x="1658" y="2072"/>
                    <a:pt x="1563" y="2036"/>
                  </a:cubicBezTo>
                  <a:cubicBezTo>
                    <a:pt x="1468" y="1989"/>
                    <a:pt x="1373" y="1941"/>
                    <a:pt x="1279" y="1870"/>
                  </a:cubicBezTo>
                  <a:cubicBezTo>
                    <a:pt x="1196" y="1799"/>
                    <a:pt x="1113" y="1716"/>
                    <a:pt x="1030" y="1622"/>
                  </a:cubicBezTo>
                  <a:cubicBezTo>
                    <a:pt x="888" y="1421"/>
                    <a:pt x="746" y="1219"/>
                    <a:pt x="628" y="1006"/>
                  </a:cubicBezTo>
                  <a:cubicBezTo>
                    <a:pt x="509" y="817"/>
                    <a:pt x="403" y="639"/>
                    <a:pt x="320" y="485"/>
                  </a:cubicBezTo>
                  <a:cubicBezTo>
                    <a:pt x="237" y="308"/>
                    <a:pt x="142" y="154"/>
                    <a:pt x="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44"/>
            <p:cNvSpPr/>
            <p:nvPr/>
          </p:nvSpPr>
          <p:spPr>
            <a:xfrm>
              <a:off x="7936654" y="831963"/>
              <a:ext cx="123280" cy="38797"/>
            </a:xfrm>
            <a:custGeom>
              <a:rect b="b" l="l" r="r" t="t"/>
              <a:pathLst>
                <a:path extrusionOk="0" h="1211" w="3848">
                  <a:moveTo>
                    <a:pt x="17" y="1"/>
                  </a:moveTo>
                  <a:cubicBezTo>
                    <a:pt x="15" y="1"/>
                    <a:pt x="13" y="1"/>
                    <a:pt x="12" y="2"/>
                  </a:cubicBezTo>
                  <a:cubicBezTo>
                    <a:pt x="0" y="25"/>
                    <a:pt x="48" y="49"/>
                    <a:pt x="131" y="120"/>
                  </a:cubicBezTo>
                  <a:cubicBezTo>
                    <a:pt x="178" y="144"/>
                    <a:pt x="225" y="191"/>
                    <a:pt x="285" y="227"/>
                  </a:cubicBezTo>
                  <a:cubicBezTo>
                    <a:pt x="344" y="262"/>
                    <a:pt x="415" y="309"/>
                    <a:pt x="498" y="357"/>
                  </a:cubicBezTo>
                  <a:cubicBezTo>
                    <a:pt x="580" y="404"/>
                    <a:pt x="663" y="463"/>
                    <a:pt x="758" y="511"/>
                  </a:cubicBezTo>
                  <a:cubicBezTo>
                    <a:pt x="865" y="558"/>
                    <a:pt x="959" y="605"/>
                    <a:pt x="1078" y="653"/>
                  </a:cubicBezTo>
                  <a:cubicBezTo>
                    <a:pt x="1314" y="759"/>
                    <a:pt x="1575" y="854"/>
                    <a:pt x="1823" y="925"/>
                  </a:cubicBezTo>
                  <a:cubicBezTo>
                    <a:pt x="2285" y="1043"/>
                    <a:pt x="2770" y="1138"/>
                    <a:pt x="3244" y="1185"/>
                  </a:cubicBezTo>
                  <a:cubicBezTo>
                    <a:pt x="3471" y="1200"/>
                    <a:pt x="3648" y="1210"/>
                    <a:pt x="3750" y="1210"/>
                  </a:cubicBezTo>
                  <a:cubicBezTo>
                    <a:pt x="3813" y="1210"/>
                    <a:pt x="3847" y="1206"/>
                    <a:pt x="3847" y="1197"/>
                  </a:cubicBezTo>
                  <a:cubicBezTo>
                    <a:pt x="3847" y="1173"/>
                    <a:pt x="3623" y="1138"/>
                    <a:pt x="3267" y="1067"/>
                  </a:cubicBezTo>
                  <a:cubicBezTo>
                    <a:pt x="2900" y="1008"/>
                    <a:pt x="2403" y="925"/>
                    <a:pt x="1871" y="771"/>
                  </a:cubicBezTo>
                  <a:cubicBezTo>
                    <a:pt x="1598" y="700"/>
                    <a:pt x="1350" y="617"/>
                    <a:pt x="1125" y="522"/>
                  </a:cubicBezTo>
                  <a:cubicBezTo>
                    <a:pt x="1018" y="487"/>
                    <a:pt x="912" y="440"/>
                    <a:pt x="817" y="392"/>
                  </a:cubicBezTo>
                  <a:cubicBezTo>
                    <a:pt x="723" y="345"/>
                    <a:pt x="628" y="309"/>
                    <a:pt x="545" y="262"/>
                  </a:cubicBezTo>
                  <a:cubicBezTo>
                    <a:pt x="240" y="115"/>
                    <a:pt x="54"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4"/>
            <p:cNvSpPr/>
            <p:nvPr/>
          </p:nvSpPr>
          <p:spPr>
            <a:xfrm>
              <a:off x="7831987" y="576784"/>
              <a:ext cx="32" cy="32"/>
            </a:xfrm>
            <a:custGeom>
              <a:rect b="b" l="l" r="r" t="t"/>
              <a:pathLst>
                <a:path extrusionOk="0" fill="none" h="1" w="1">
                  <a:moveTo>
                    <a:pt x="1" y="1"/>
                  </a:moveTo>
                  <a:close/>
                </a:path>
              </a:pathLst>
            </a:custGeom>
            <a:noFill/>
            <a:ln cap="flat" cmpd="sng" w="3850">
              <a:solidFill>
                <a:srgbClr val="FF3B16"/>
              </a:solidFill>
              <a:prstDash val="solid"/>
              <a:miter lim="118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4"/>
            <p:cNvSpPr/>
            <p:nvPr/>
          </p:nvSpPr>
          <p:spPr>
            <a:xfrm>
              <a:off x="8041705" y="789578"/>
              <a:ext cx="44756" cy="36843"/>
            </a:xfrm>
            <a:custGeom>
              <a:rect b="b" l="l" r="r" t="t"/>
              <a:pathLst>
                <a:path extrusionOk="0" h="1150" w="1397">
                  <a:moveTo>
                    <a:pt x="497" y="0"/>
                  </a:moveTo>
                  <a:cubicBezTo>
                    <a:pt x="367" y="0"/>
                    <a:pt x="252" y="46"/>
                    <a:pt x="178" y="141"/>
                  </a:cubicBezTo>
                  <a:cubicBezTo>
                    <a:pt x="0" y="354"/>
                    <a:pt x="107" y="709"/>
                    <a:pt x="391" y="946"/>
                  </a:cubicBezTo>
                  <a:cubicBezTo>
                    <a:pt x="552" y="1081"/>
                    <a:pt x="734" y="1150"/>
                    <a:pt x="894" y="1150"/>
                  </a:cubicBezTo>
                  <a:cubicBezTo>
                    <a:pt x="1027" y="1150"/>
                    <a:pt x="1144" y="1102"/>
                    <a:pt x="1219" y="1005"/>
                  </a:cubicBezTo>
                  <a:cubicBezTo>
                    <a:pt x="1397" y="792"/>
                    <a:pt x="1302" y="437"/>
                    <a:pt x="1006" y="200"/>
                  </a:cubicBezTo>
                  <a:cubicBezTo>
                    <a:pt x="843" y="69"/>
                    <a:pt x="658" y="0"/>
                    <a:pt x="497" y="0"/>
                  </a:cubicBez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44"/>
            <p:cNvSpPr/>
            <p:nvPr/>
          </p:nvSpPr>
          <p:spPr>
            <a:xfrm>
              <a:off x="7921500" y="491084"/>
              <a:ext cx="130457" cy="102039"/>
            </a:xfrm>
            <a:custGeom>
              <a:rect b="b" l="l" r="r" t="t"/>
              <a:pathLst>
                <a:path extrusionOk="0" h="3185" w="4072">
                  <a:moveTo>
                    <a:pt x="3953" y="0"/>
                  </a:moveTo>
                  <a:lnTo>
                    <a:pt x="3953" y="60"/>
                  </a:lnTo>
                  <a:cubicBezTo>
                    <a:pt x="3953" y="107"/>
                    <a:pt x="3953" y="107"/>
                    <a:pt x="3953" y="143"/>
                  </a:cubicBezTo>
                  <a:cubicBezTo>
                    <a:pt x="3965" y="166"/>
                    <a:pt x="3953" y="202"/>
                    <a:pt x="3965" y="237"/>
                  </a:cubicBezTo>
                  <a:cubicBezTo>
                    <a:pt x="3989" y="438"/>
                    <a:pt x="3977" y="651"/>
                    <a:pt x="3942" y="853"/>
                  </a:cubicBezTo>
                  <a:cubicBezTo>
                    <a:pt x="3882" y="1149"/>
                    <a:pt x="3764" y="1445"/>
                    <a:pt x="3598" y="1693"/>
                  </a:cubicBezTo>
                  <a:cubicBezTo>
                    <a:pt x="3385" y="2001"/>
                    <a:pt x="3113" y="2273"/>
                    <a:pt x="2793" y="2474"/>
                  </a:cubicBezTo>
                  <a:cubicBezTo>
                    <a:pt x="2474" y="2676"/>
                    <a:pt x="2131" y="2829"/>
                    <a:pt x="1764" y="2924"/>
                  </a:cubicBezTo>
                  <a:cubicBezTo>
                    <a:pt x="1468" y="3007"/>
                    <a:pt x="1160" y="3054"/>
                    <a:pt x="852" y="3066"/>
                  </a:cubicBezTo>
                  <a:cubicBezTo>
                    <a:pt x="799" y="3069"/>
                    <a:pt x="746" y="3071"/>
                    <a:pt x="694" y="3071"/>
                  </a:cubicBezTo>
                  <a:cubicBezTo>
                    <a:pt x="538" y="3071"/>
                    <a:pt x="385" y="3057"/>
                    <a:pt x="225" y="3031"/>
                  </a:cubicBezTo>
                  <a:cubicBezTo>
                    <a:pt x="154" y="3007"/>
                    <a:pt x="71" y="2995"/>
                    <a:pt x="0" y="2995"/>
                  </a:cubicBezTo>
                  <a:cubicBezTo>
                    <a:pt x="59" y="3042"/>
                    <a:pt x="130" y="3066"/>
                    <a:pt x="213" y="3090"/>
                  </a:cubicBezTo>
                  <a:cubicBezTo>
                    <a:pt x="414" y="3149"/>
                    <a:pt x="639" y="3185"/>
                    <a:pt x="852" y="3185"/>
                  </a:cubicBezTo>
                  <a:cubicBezTo>
                    <a:pt x="1172" y="3185"/>
                    <a:pt x="1491" y="3137"/>
                    <a:pt x="1799" y="3054"/>
                  </a:cubicBezTo>
                  <a:cubicBezTo>
                    <a:pt x="2178" y="2960"/>
                    <a:pt x="2545" y="2806"/>
                    <a:pt x="2876" y="2593"/>
                  </a:cubicBezTo>
                  <a:cubicBezTo>
                    <a:pt x="3208" y="2380"/>
                    <a:pt x="3492" y="2096"/>
                    <a:pt x="3705" y="1764"/>
                  </a:cubicBezTo>
                  <a:cubicBezTo>
                    <a:pt x="3882" y="1492"/>
                    <a:pt x="3989" y="1184"/>
                    <a:pt x="4036" y="865"/>
                  </a:cubicBezTo>
                  <a:cubicBezTo>
                    <a:pt x="4072" y="651"/>
                    <a:pt x="4060" y="438"/>
                    <a:pt x="4013" y="225"/>
                  </a:cubicBezTo>
                  <a:cubicBezTo>
                    <a:pt x="4013" y="190"/>
                    <a:pt x="4001" y="154"/>
                    <a:pt x="3989" y="119"/>
                  </a:cubicBezTo>
                  <a:cubicBezTo>
                    <a:pt x="3989" y="95"/>
                    <a:pt x="3977" y="71"/>
                    <a:pt x="3965" y="48"/>
                  </a:cubicBezTo>
                  <a:cubicBezTo>
                    <a:pt x="3965" y="36"/>
                    <a:pt x="3953" y="0"/>
                    <a:pt x="3953" y="0"/>
                  </a:cubicBezTo>
                  <a:close/>
                </a:path>
              </a:pathLst>
            </a:custGeom>
            <a:solidFill>
              <a:srgbClr val="1C2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4"/>
            <p:cNvSpPr/>
            <p:nvPr/>
          </p:nvSpPr>
          <p:spPr>
            <a:xfrm>
              <a:off x="7794824" y="676485"/>
              <a:ext cx="21273" cy="52445"/>
            </a:xfrm>
            <a:custGeom>
              <a:rect b="b" l="l" r="r" t="t"/>
              <a:pathLst>
                <a:path extrusionOk="0" h="1637" w="664">
                  <a:moveTo>
                    <a:pt x="209" y="0"/>
                  </a:moveTo>
                  <a:cubicBezTo>
                    <a:pt x="181" y="0"/>
                    <a:pt x="115" y="83"/>
                    <a:pt x="60" y="238"/>
                  </a:cubicBezTo>
                  <a:cubicBezTo>
                    <a:pt x="1" y="463"/>
                    <a:pt x="12" y="688"/>
                    <a:pt x="95" y="901"/>
                  </a:cubicBezTo>
                  <a:cubicBezTo>
                    <a:pt x="166" y="1114"/>
                    <a:pt x="285" y="1304"/>
                    <a:pt x="439" y="1457"/>
                  </a:cubicBezTo>
                  <a:cubicBezTo>
                    <a:pt x="547" y="1577"/>
                    <a:pt x="626" y="1637"/>
                    <a:pt x="647" y="1637"/>
                  </a:cubicBezTo>
                  <a:cubicBezTo>
                    <a:pt x="649" y="1637"/>
                    <a:pt x="651" y="1636"/>
                    <a:pt x="652" y="1635"/>
                  </a:cubicBezTo>
                  <a:cubicBezTo>
                    <a:pt x="663" y="1611"/>
                    <a:pt x="616" y="1529"/>
                    <a:pt x="521" y="1398"/>
                  </a:cubicBezTo>
                  <a:cubicBezTo>
                    <a:pt x="403" y="1233"/>
                    <a:pt x="308" y="1043"/>
                    <a:pt x="237" y="854"/>
                  </a:cubicBezTo>
                  <a:cubicBezTo>
                    <a:pt x="178" y="664"/>
                    <a:pt x="154" y="463"/>
                    <a:pt x="178" y="262"/>
                  </a:cubicBezTo>
                  <a:cubicBezTo>
                    <a:pt x="190" y="108"/>
                    <a:pt x="225" y="13"/>
                    <a:pt x="214" y="2"/>
                  </a:cubicBezTo>
                  <a:cubicBezTo>
                    <a:pt x="212" y="1"/>
                    <a:pt x="210" y="0"/>
                    <a:pt x="209" y="0"/>
                  </a:cubicBezTo>
                  <a:close/>
                </a:path>
              </a:pathLst>
            </a:custGeom>
            <a:solidFill>
              <a:srgbClr val="1C2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4"/>
            <p:cNvSpPr/>
            <p:nvPr/>
          </p:nvSpPr>
          <p:spPr>
            <a:xfrm>
              <a:off x="7818339" y="759174"/>
              <a:ext cx="79293" cy="354143"/>
            </a:xfrm>
            <a:custGeom>
              <a:rect b="b" l="l" r="r" t="t"/>
              <a:pathLst>
                <a:path extrusionOk="0" h="11054" w="2475">
                  <a:moveTo>
                    <a:pt x="557" y="1"/>
                  </a:moveTo>
                  <a:lnTo>
                    <a:pt x="557" y="1"/>
                  </a:lnTo>
                  <a:cubicBezTo>
                    <a:pt x="640" y="155"/>
                    <a:pt x="699" y="309"/>
                    <a:pt x="746" y="474"/>
                  </a:cubicBezTo>
                  <a:cubicBezTo>
                    <a:pt x="794" y="664"/>
                    <a:pt x="805" y="853"/>
                    <a:pt x="782" y="1054"/>
                  </a:cubicBezTo>
                  <a:cubicBezTo>
                    <a:pt x="746" y="1315"/>
                    <a:pt x="687" y="1563"/>
                    <a:pt x="592" y="1812"/>
                  </a:cubicBezTo>
                  <a:cubicBezTo>
                    <a:pt x="498" y="2084"/>
                    <a:pt x="356" y="2380"/>
                    <a:pt x="237" y="2712"/>
                  </a:cubicBezTo>
                  <a:cubicBezTo>
                    <a:pt x="119" y="3079"/>
                    <a:pt x="36" y="3457"/>
                    <a:pt x="24" y="3836"/>
                  </a:cubicBezTo>
                  <a:cubicBezTo>
                    <a:pt x="0" y="4274"/>
                    <a:pt x="107" y="4700"/>
                    <a:pt x="332" y="5079"/>
                  </a:cubicBezTo>
                  <a:cubicBezTo>
                    <a:pt x="592" y="5446"/>
                    <a:pt x="888" y="5789"/>
                    <a:pt x="1208" y="6097"/>
                  </a:cubicBezTo>
                  <a:cubicBezTo>
                    <a:pt x="1811" y="6677"/>
                    <a:pt x="2178" y="7446"/>
                    <a:pt x="2249" y="8275"/>
                  </a:cubicBezTo>
                  <a:cubicBezTo>
                    <a:pt x="2261" y="8464"/>
                    <a:pt x="2249" y="8642"/>
                    <a:pt x="2226" y="8831"/>
                  </a:cubicBezTo>
                  <a:cubicBezTo>
                    <a:pt x="2202" y="8997"/>
                    <a:pt x="2167" y="9174"/>
                    <a:pt x="2107" y="9340"/>
                  </a:cubicBezTo>
                  <a:cubicBezTo>
                    <a:pt x="2001" y="9624"/>
                    <a:pt x="1847" y="9896"/>
                    <a:pt x="1646" y="10145"/>
                  </a:cubicBezTo>
                  <a:cubicBezTo>
                    <a:pt x="1350" y="10500"/>
                    <a:pt x="971" y="10760"/>
                    <a:pt x="533" y="10914"/>
                  </a:cubicBezTo>
                  <a:cubicBezTo>
                    <a:pt x="225" y="11009"/>
                    <a:pt x="48" y="11021"/>
                    <a:pt x="48" y="11045"/>
                  </a:cubicBezTo>
                  <a:cubicBezTo>
                    <a:pt x="91" y="11051"/>
                    <a:pt x="134" y="11054"/>
                    <a:pt x="178" y="11054"/>
                  </a:cubicBezTo>
                  <a:cubicBezTo>
                    <a:pt x="304" y="11054"/>
                    <a:pt x="434" y="11029"/>
                    <a:pt x="557" y="10985"/>
                  </a:cubicBezTo>
                  <a:cubicBezTo>
                    <a:pt x="1030" y="10867"/>
                    <a:pt x="1445" y="10607"/>
                    <a:pt x="1776" y="10252"/>
                  </a:cubicBezTo>
                  <a:cubicBezTo>
                    <a:pt x="2001" y="10003"/>
                    <a:pt x="2178" y="9707"/>
                    <a:pt x="2297" y="9399"/>
                  </a:cubicBezTo>
                  <a:cubicBezTo>
                    <a:pt x="2356" y="9222"/>
                    <a:pt x="2403" y="9044"/>
                    <a:pt x="2439" y="8855"/>
                  </a:cubicBezTo>
                  <a:cubicBezTo>
                    <a:pt x="2462" y="8654"/>
                    <a:pt x="2474" y="8464"/>
                    <a:pt x="2462" y="8263"/>
                  </a:cubicBezTo>
                  <a:cubicBezTo>
                    <a:pt x="2439" y="7837"/>
                    <a:pt x="2344" y="7423"/>
                    <a:pt x="2167" y="7032"/>
                  </a:cubicBezTo>
                  <a:cubicBezTo>
                    <a:pt x="1977" y="6630"/>
                    <a:pt x="1717" y="6251"/>
                    <a:pt x="1385" y="5931"/>
                  </a:cubicBezTo>
                  <a:cubicBezTo>
                    <a:pt x="1078" y="5600"/>
                    <a:pt x="758" y="5304"/>
                    <a:pt x="545" y="4949"/>
                  </a:cubicBezTo>
                  <a:cubicBezTo>
                    <a:pt x="332" y="4617"/>
                    <a:pt x="237" y="4227"/>
                    <a:pt x="249" y="3836"/>
                  </a:cubicBezTo>
                  <a:cubicBezTo>
                    <a:pt x="261" y="3481"/>
                    <a:pt x="320" y="3126"/>
                    <a:pt x="427" y="2783"/>
                  </a:cubicBezTo>
                  <a:cubicBezTo>
                    <a:pt x="533" y="2451"/>
                    <a:pt x="663" y="2155"/>
                    <a:pt x="746" y="1859"/>
                  </a:cubicBezTo>
                  <a:cubicBezTo>
                    <a:pt x="841" y="1599"/>
                    <a:pt x="900" y="1339"/>
                    <a:pt x="912" y="1066"/>
                  </a:cubicBezTo>
                  <a:cubicBezTo>
                    <a:pt x="924" y="853"/>
                    <a:pt x="900" y="640"/>
                    <a:pt x="841" y="451"/>
                  </a:cubicBezTo>
                  <a:cubicBezTo>
                    <a:pt x="794" y="321"/>
                    <a:pt x="734" y="202"/>
                    <a:pt x="663" y="96"/>
                  </a:cubicBezTo>
                  <a:cubicBezTo>
                    <a:pt x="604" y="25"/>
                    <a:pt x="557" y="1"/>
                    <a:pt x="557" y="1"/>
                  </a:cubicBezTo>
                  <a:close/>
                </a:path>
              </a:pathLst>
            </a:custGeom>
            <a:solidFill>
              <a:srgbClr val="1C2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4"/>
            <p:cNvSpPr/>
            <p:nvPr/>
          </p:nvSpPr>
          <p:spPr>
            <a:xfrm>
              <a:off x="8039430" y="787207"/>
              <a:ext cx="46679" cy="30147"/>
            </a:xfrm>
            <a:custGeom>
              <a:rect b="b" l="l" r="r" t="t"/>
              <a:pathLst>
                <a:path extrusionOk="0" h="941" w="1457">
                  <a:moveTo>
                    <a:pt x="41" y="1"/>
                  </a:moveTo>
                  <a:cubicBezTo>
                    <a:pt x="39" y="1"/>
                    <a:pt x="37" y="1"/>
                    <a:pt x="36" y="2"/>
                  </a:cubicBezTo>
                  <a:cubicBezTo>
                    <a:pt x="0" y="14"/>
                    <a:pt x="12" y="120"/>
                    <a:pt x="71" y="286"/>
                  </a:cubicBezTo>
                  <a:cubicBezTo>
                    <a:pt x="154" y="511"/>
                    <a:pt x="308" y="688"/>
                    <a:pt x="521" y="819"/>
                  </a:cubicBezTo>
                  <a:cubicBezTo>
                    <a:pt x="649" y="901"/>
                    <a:pt x="800" y="941"/>
                    <a:pt x="954" y="941"/>
                  </a:cubicBezTo>
                  <a:cubicBezTo>
                    <a:pt x="1043" y="941"/>
                    <a:pt x="1133" y="928"/>
                    <a:pt x="1219" y="901"/>
                  </a:cubicBezTo>
                  <a:cubicBezTo>
                    <a:pt x="1397" y="830"/>
                    <a:pt x="1456" y="724"/>
                    <a:pt x="1432" y="700"/>
                  </a:cubicBezTo>
                  <a:cubicBezTo>
                    <a:pt x="1430" y="696"/>
                    <a:pt x="1425" y="694"/>
                    <a:pt x="1417" y="694"/>
                  </a:cubicBezTo>
                  <a:cubicBezTo>
                    <a:pt x="1386" y="694"/>
                    <a:pt x="1308" y="726"/>
                    <a:pt x="1184" y="736"/>
                  </a:cubicBezTo>
                  <a:cubicBezTo>
                    <a:pt x="1161" y="737"/>
                    <a:pt x="1137" y="738"/>
                    <a:pt x="1114" y="738"/>
                  </a:cubicBezTo>
                  <a:cubicBezTo>
                    <a:pt x="948" y="738"/>
                    <a:pt x="785" y="700"/>
                    <a:pt x="639" y="617"/>
                  </a:cubicBezTo>
                  <a:cubicBezTo>
                    <a:pt x="474" y="499"/>
                    <a:pt x="332" y="369"/>
                    <a:pt x="225" y="203"/>
                  </a:cubicBezTo>
                  <a:cubicBezTo>
                    <a:pt x="136" y="81"/>
                    <a:pt x="69" y="1"/>
                    <a:pt x="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4"/>
            <p:cNvSpPr/>
            <p:nvPr/>
          </p:nvSpPr>
          <p:spPr>
            <a:xfrm>
              <a:off x="7711174" y="444566"/>
              <a:ext cx="375447" cy="323002"/>
            </a:xfrm>
            <a:custGeom>
              <a:rect b="b" l="l" r="r" t="t"/>
              <a:pathLst>
                <a:path extrusionOk="0" h="10082" w="11719">
                  <a:moveTo>
                    <a:pt x="8643" y="0"/>
                  </a:moveTo>
                  <a:cubicBezTo>
                    <a:pt x="8473" y="0"/>
                    <a:pt x="8286" y="17"/>
                    <a:pt x="8080" y="56"/>
                  </a:cubicBezTo>
                  <a:cubicBezTo>
                    <a:pt x="6305" y="399"/>
                    <a:pt x="6305" y="2021"/>
                    <a:pt x="6305" y="2021"/>
                  </a:cubicBezTo>
                  <a:cubicBezTo>
                    <a:pt x="6285" y="2020"/>
                    <a:pt x="6265" y="2020"/>
                    <a:pt x="6245" y="2020"/>
                  </a:cubicBezTo>
                  <a:cubicBezTo>
                    <a:pt x="959" y="2020"/>
                    <a:pt x="1" y="8334"/>
                    <a:pt x="1392" y="9632"/>
                  </a:cubicBezTo>
                  <a:cubicBezTo>
                    <a:pt x="1747" y="9959"/>
                    <a:pt x="2240" y="10082"/>
                    <a:pt x="2777" y="10082"/>
                  </a:cubicBezTo>
                  <a:cubicBezTo>
                    <a:pt x="4354" y="10082"/>
                    <a:pt x="6316" y="9028"/>
                    <a:pt x="6316" y="9028"/>
                  </a:cubicBezTo>
                  <a:cubicBezTo>
                    <a:pt x="8482" y="6802"/>
                    <a:pt x="6962" y="5148"/>
                    <a:pt x="5979" y="4415"/>
                  </a:cubicBezTo>
                  <a:lnTo>
                    <a:pt x="5979" y="4415"/>
                  </a:lnTo>
                  <a:cubicBezTo>
                    <a:pt x="6896" y="4939"/>
                    <a:pt x="7709" y="5154"/>
                    <a:pt x="8412" y="5154"/>
                  </a:cubicBezTo>
                  <a:cubicBezTo>
                    <a:pt x="10608" y="5154"/>
                    <a:pt x="11718" y="3056"/>
                    <a:pt x="11489" y="1748"/>
                  </a:cubicBezTo>
                  <a:cubicBezTo>
                    <a:pt x="11336" y="908"/>
                    <a:pt x="11065" y="681"/>
                    <a:pt x="10817" y="681"/>
                  </a:cubicBezTo>
                  <a:cubicBezTo>
                    <a:pt x="10528" y="681"/>
                    <a:pt x="10270" y="991"/>
                    <a:pt x="10270" y="991"/>
                  </a:cubicBezTo>
                  <a:cubicBezTo>
                    <a:pt x="10270" y="991"/>
                    <a:pt x="9946" y="0"/>
                    <a:pt x="86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44"/>
            <p:cNvSpPr/>
            <p:nvPr/>
          </p:nvSpPr>
          <p:spPr>
            <a:xfrm>
              <a:off x="7381924" y="1702678"/>
              <a:ext cx="1046217" cy="783157"/>
            </a:xfrm>
            <a:custGeom>
              <a:rect b="b" l="l" r="r" t="t"/>
              <a:pathLst>
                <a:path extrusionOk="0" h="24445" w="32656">
                  <a:moveTo>
                    <a:pt x="30999" y="1"/>
                  </a:moveTo>
                  <a:lnTo>
                    <a:pt x="26678" y="1326"/>
                  </a:lnTo>
                  <a:cubicBezTo>
                    <a:pt x="24595" y="1959"/>
                    <a:pt x="22440" y="2278"/>
                    <a:pt x="20282" y="2278"/>
                  </a:cubicBezTo>
                  <a:cubicBezTo>
                    <a:pt x="19252" y="2278"/>
                    <a:pt x="18222" y="2205"/>
                    <a:pt x="17197" y="2060"/>
                  </a:cubicBezTo>
                  <a:lnTo>
                    <a:pt x="11444" y="1243"/>
                  </a:lnTo>
                  <a:cubicBezTo>
                    <a:pt x="11444" y="1243"/>
                    <a:pt x="2082" y="14193"/>
                    <a:pt x="567" y="21070"/>
                  </a:cubicBezTo>
                  <a:cubicBezTo>
                    <a:pt x="0" y="23639"/>
                    <a:pt x="4337" y="24444"/>
                    <a:pt x="9992" y="24444"/>
                  </a:cubicBezTo>
                  <a:cubicBezTo>
                    <a:pt x="19472" y="24444"/>
                    <a:pt x="32656" y="22182"/>
                    <a:pt x="32656" y="22182"/>
                  </a:cubicBezTo>
                  <a:lnTo>
                    <a:pt x="309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4"/>
            <p:cNvSpPr/>
            <p:nvPr/>
          </p:nvSpPr>
          <p:spPr>
            <a:xfrm>
              <a:off x="8403472" y="1092140"/>
              <a:ext cx="388295" cy="486361"/>
            </a:xfrm>
            <a:custGeom>
              <a:rect b="b" l="l" r="r" t="t"/>
              <a:pathLst>
                <a:path extrusionOk="0" h="15181" w="12120">
                  <a:moveTo>
                    <a:pt x="2048" y="1"/>
                  </a:moveTo>
                  <a:lnTo>
                    <a:pt x="0" y="2770"/>
                  </a:lnTo>
                  <a:cubicBezTo>
                    <a:pt x="0" y="2770"/>
                    <a:pt x="4309" y="11293"/>
                    <a:pt x="5919" y="14039"/>
                  </a:cubicBezTo>
                  <a:cubicBezTo>
                    <a:pt x="6120" y="14358"/>
                    <a:pt x="6404" y="14619"/>
                    <a:pt x="6736" y="14796"/>
                  </a:cubicBezTo>
                  <a:cubicBezTo>
                    <a:pt x="7223" y="15062"/>
                    <a:pt x="7722" y="15181"/>
                    <a:pt x="8203" y="15181"/>
                  </a:cubicBezTo>
                  <a:cubicBezTo>
                    <a:pt x="10337" y="15181"/>
                    <a:pt x="12119" y="12846"/>
                    <a:pt x="11009" y="10654"/>
                  </a:cubicBezTo>
                  <a:cubicBezTo>
                    <a:pt x="10843" y="10334"/>
                    <a:pt x="10654" y="10038"/>
                    <a:pt x="10417" y="9766"/>
                  </a:cubicBezTo>
                  <a:lnTo>
                    <a:pt x="2048" y="1"/>
                  </a:ln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44"/>
            <p:cNvSpPr/>
            <p:nvPr/>
          </p:nvSpPr>
          <p:spPr>
            <a:xfrm>
              <a:off x="7774736" y="2000755"/>
              <a:ext cx="2691" cy="2307"/>
            </a:xfrm>
            <a:custGeom>
              <a:rect b="b" l="l" r="r" t="t"/>
              <a:pathLst>
                <a:path extrusionOk="0" h="72" w="84">
                  <a:moveTo>
                    <a:pt x="0" y="0"/>
                  </a:moveTo>
                  <a:cubicBezTo>
                    <a:pt x="24" y="24"/>
                    <a:pt x="59" y="48"/>
                    <a:pt x="83" y="71"/>
                  </a:cubicBezTo>
                  <a:cubicBezTo>
                    <a:pt x="36" y="24"/>
                    <a:pt x="0" y="0"/>
                    <a:pt x="0" y="0"/>
                  </a:cubicBezTo>
                  <a:close/>
                </a:path>
              </a:pathLst>
            </a:custGeom>
            <a:solidFill>
              <a:srgbClr val="9D9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44"/>
            <p:cNvSpPr/>
            <p:nvPr/>
          </p:nvSpPr>
          <p:spPr>
            <a:xfrm>
              <a:off x="7695860" y="1228427"/>
              <a:ext cx="939724" cy="1563174"/>
            </a:xfrm>
            <a:custGeom>
              <a:rect b="b" l="l" r="r" t="t"/>
              <a:pathLst>
                <a:path extrusionOk="0" h="48792" w="29332">
                  <a:moveTo>
                    <a:pt x="5824" y="15585"/>
                  </a:moveTo>
                  <a:cubicBezTo>
                    <a:pt x="5824" y="15585"/>
                    <a:pt x="5827" y="15585"/>
                    <a:pt x="5832" y="15585"/>
                  </a:cubicBezTo>
                  <a:lnTo>
                    <a:pt x="5832" y="15585"/>
                  </a:lnTo>
                  <a:cubicBezTo>
                    <a:pt x="5829" y="15585"/>
                    <a:pt x="5826" y="15585"/>
                    <a:pt x="5824" y="15585"/>
                  </a:cubicBezTo>
                  <a:close/>
                  <a:moveTo>
                    <a:pt x="26212" y="17738"/>
                  </a:moveTo>
                  <a:lnTo>
                    <a:pt x="26212" y="17738"/>
                  </a:lnTo>
                  <a:cubicBezTo>
                    <a:pt x="26216" y="17739"/>
                    <a:pt x="26219" y="17739"/>
                    <a:pt x="26219" y="17739"/>
                  </a:cubicBezTo>
                  <a:cubicBezTo>
                    <a:pt x="26216" y="17739"/>
                    <a:pt x="26214" y="17739"/>
                    <a:pt x="26212" y="17738"/>
                  </a:cubicBezTo>
                  <a:close/>
                  <a:moveTo>
                    <a:pt x="15567" y="0"/>
                  </a:moveTo>
                  <a:cubicBezTo>
                    <a:pt x="6247" y="0"/>
                    <a:pt x="6630" y="7598"/>
                    <a:pt x="6972" y="11537"/>
                  </a:cubicBezTo>
                  <a:cubicBezTo>
                    <a:pt x="7320" y="15426"/>
                    <a:pt x="6062" y="15586"/>
                    <a:pt x="5853" y="15586"/>
                  </a:cubicBezTo>
                  <a:cubicBezTo>
                    <a:pt x="5844" y="15586"/>
                    <a:pt x="5837" y="15586"/>
                    <a:pt x="5832" y="15585"/>
                  </a:cubicBezTo>
                  <a:lnTo>
                    <a:pt x="5832" y="15585"/>
                  </a:lnTo>
                  <a:cubicBezTo>
                    <a:pt x="9233" y="15877"/>
                    <a:pt x="9255" y="21292"/>
                    <a:pt x="7173" y="23634"/>
                  </a:cubicBezTo>
                  <a:cubicBezTo>
                    <a:pt x="6287" y="24629"/>
                    <a:pt x="5465" y="24914"/>
                    <a:pt x="4812" y="24914"/>
                  </a:cubicBezTo>
                  <a:cubicBezTo>
                    <a:pt x="4122" y="24914"/>
                    <a:pt x="3621" y="24596"/>
                    <a:pt x="3433" y="24462"/>
                  </a:cubicBezTo>
                  <a:lnTo>
                    <a:pt x="3433" y="24462"/>
                  </a:lnTo>
                  <a:cubicBezTo>
                    <a:pt x="3788" y="24770"/>
                    <a:pt x="5090" y="26238"/>
                    <a:pt x="2746" y="29599"/>
                  </a:cubicBezTo>
                  <a:cubicBezTo>
                    <a:pt x="83" y="33423"/>
                    <a:pt x="0" y="37873"/>
                    <a:pt x="0" y="37873"/>
                  </a:cubicBezTo>
                  <a:cubicBezTo>
                    <a:pt x="154" y="47579"/>
                    <a:pt x="12689" y="48704"/>
                    <a:pt x="12689" y="48704"/>
                  </a:cubicBezTo>
                  <a:cubicBezTo>
                    <a:pt x="12689" y="48704"/>
                    <a:pt x="13411" y="48791"/>
                    <a:pt x="14537" y="48791"/>
                  </a:cubicBezTo>
                  <a:cubicBezTo>
                    <a:pt x="18079" y="48791"/>
                    <a:pt x="25619" y="47926"/>
                    <a:pt x="27272" y="40750"/>
                  </a:cubicBezTo>
                  <a:cubicBezTo>
                    <a:pt x="27272" y="40738"/>
                    <a:pt x="28124" y="36370"/>
                    <a:pt x="26313" y="32085"/>
                  </a:cubicBezTo>
                  <a:cubicBezTo>
                    <a:pt x="24715" y="28309"/>
                    <a:pt x="26290" y="27256"/>
                    <a:pt x="26692" y="27031"/>
                  </a:cubicBezTo>
                  <a:lnTo>
                    <a:pt x="26692" y="27031"/>
                  </a:lnTo>
                  <a:cubicBezTo>
                    <a:pt x="26677" y="27037"/>
                    <a:pt x="26660" y="27040"/>
                    <a:pt x="26641" y="27040"/>
                  </a:cubicBezTo>
                  <a:cubicBezTo>
                    <a:pt x="26408" y="27040"/>
                    <a:pt x="25863" y="26617"/>
                    <a:pt x="25863" y="26617"/>
                  </a:cubicBezTo>
                  <a:cubicBezTo>
                    <a:pt x="25863" y="26617"/>
                    <a:pt x="25616" y="26735"/>
                    <a:pt x="25241" y="26735"/>
                  </a:cubicBezTo>
                  <a:cubicBezTo>
                    <a:pt x="24708" y="26735"/>
                    <a:pt x="23919" y="26494"/>
                    <a:pt x="23224" y="25326"/>
                  </a:cubicBezTo>
                  <a:cubicBezTo>
                    <a:pt x="21677" y="22744"/>
                    <a:pt x="22731" y="17714"/>
                    <a:pt x="25831" y="17714"/>
                  </a:cubicBezTo>
                  <a:cubicBezTo>
                    <a:pt x="25955" y="17714"/>
                    <a:pt x="26082" y="17722"/>
                    <a:pt x="26212" y="17738"/>
                  </a:cubicBezTo>
                  <a:lnTo>
                    <a:pt x="26212" y="17738"/>
                  </a:lnTo>
                  <a:cubicBezTo>
                    <a:pt x="26106" y="17723"/>
                    <a:pt x="24727" y="17443"/>
                    <a:pt x="25934" y="13525"/>
                  </a:cubicBezTo>
                  <a:cubicBezTo>
                    <a:pt x="27177" y="9477"/>
                    <a:pt x="29332" y="1310"/>
                    <a:pt x="17767" y="126"/>
                  </a:cubicBezTo>
                  <a:cubicBezTo>
                    <a:pt x="16980" y="41"/>
                    <a:pt x="16247" y="0"/>
                    <a:pt x="15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4"/>
            <p:cNvSpPr/>
            <p:nvPr/>
          </p:nvSpPr>
          <p:spPr>
            <a:xfrm>
              <a:off x="7667026" y="1219265"/>
              <a:ext cx="940108" cy="1562853"/>
            </a:xfrm>
            <a:custGeom>
              <a:rect b="b" l="l" r="r" t="t"/>
              <a:pathLst>
                <a:path extrusionOk="0" h="48782" w="29344">
                  <a:moveTo>
                    <a:pt x="5836" y="15587"/>
                  </a:moveTo>
                  <a:lnTo>
                    <a:pt x="5836" y="15587"/>
                  </a:lnTo>
                  <a:cubicBezTo>
                    <a:pt x="5836" y="15587"/>
                    <a:pt x="5839" y="15587"/>
                    <a:pt x="5844" y="15587"/>
                  </a:cubicBezTo>
                  <a:lnTo>
                    <a:pt x="5844" y="15587"/>
                  </a:lnTo>
                  <a:cubicBezTo>
                    <a:pt x="5841" y="15587"/>
                    <a:pt x="5839" y="15587"/>
                    <a:pt x="5836" y="15587"/>
                  </a:cubicBezTo>
                  <a:close/>
                  <a:moveTo>
                    <a:pt x="26211" y="17728"/>
                  </a:moveTo>
                  <a:cubicBezTo>
                    <a:pt x="26216" y="17729"/>
                    <a:pt x="26219" y="17729"/>
                    <a:pt x="26219" y="17729"/>
                  </a:cubicBezTo>
                  <a:cubicBezTo>
                    <a:pt x="26216" y="17729"/>
                    <a:pt x="26214" y="17728"/>
                    <a:pt x="26211" y="17728"/>
                  </a:cubicBezTo>
                  <a:close/>
                  <a:moveTo>
                    <a:pt x="15552" y="0"/>
                  </a:moveTo>
                  <a:cubicBezTo>
                    <a:pt x="6248" y="0"/>
                    <a:pt x="6631" y="7602"/>
                    <a:pt x="6984" y="11527"/>
                  </a:cubicBezTo>
                  <a:cubicBezTo>
                    <a:pt x="7332" y="15428"/>
                    <a:pt x="6073" y="15588"/>
                    <a:pt x="5865" y="15588"/>
                  </a:cubicBezTo>
                  <a:cubicBezTo>
                    <a:pt x="5856" y="15588"/>
                    <a:pt x="5849" y="15588"/>
                    <a:pt x="5844" y="15587"/>
                  </a:cubicBezTo>
                  <a:lnTo>
                    <a:pt x="5844" y="15587"/>
                  </a:lnTo>
                  <a:cubicBezTo>
                    <a:pt x="9233" y="15879"/>
                    <a:pt x="9255" y="21282"/>
                    <a:pt x="7174" y="23624"/>
                  </a:cubicBezTo>
                  <a:cubicBezTo>
                    <a:pt x="6293" y="24625"/>
                    <a:pt x="5471" y="24913"/>
                    <a:pt x="4818" y="24913"/>
                  </a:cubicBezTo>
                  <a:cubicBezTo>
                    <a:pt x="4128" y="24913"/>
                    <a:pt x="3627" y="24592"/>
                    <a:pt x="3445" y="24452"/>
                  </a:cubicBezTo>
                  <a:lnTo>
                    <a:pt x="3445" y="24452"/>
                  </a:lnTo>
                  <a:cubicBezTo>
                    <a:pt x="3788" y="24760"/>
                    <a:pt x="5102" y="26228"/>
                    <a:pt x="2747" y="29601"/>
                  </a:cubicBezTo>
                  <a:cubicBezTo>
                    <a:pt x="83" y="33413"/>
                    <a:pt x="1" y="37863"/>
                    <a:pt x="1" y="37863"/>
                  </a:cubicBezTo>
                  <a:cubicBezTo>
                    <a:pt x="166" y="47581"/>
                    <a:pt x="12701" y="48694"/>
                    <a:pt x="12701" y="48694"/>
                  </a:cubicBezTo>
                  <a:cubicBezTo>
                    <a:pt x="12701" y="48694"/>
                    <a:pt x="13422" y="48781"/>
                    <a:pt x="14547" y="48781"/>
                  </a:cubicBezTo>
                  <a:cubicBezTo>
                    <a:pt x="18086" y="48781"/>
                    <a:pt x="25620" y="47916"/>
                    <a:pt x="27272" y="40740"/>
                  </a:cubicBezTo>
                  <a:cubicBezTo>
                    <a:pt x="27272" y="40740"/>
                    <a:pt x="28136" y="36372"/>
                    <a:pt x="26314" y="32087"/>
                  </a:cubicBezTo>
                  <a:cubicBezTo>
                    <a:pt x="24716" y="28311"/>
                    <a:pt x="26302" y="27139"/>
                    <a:pt x="26704" y="26903"/>
                  </a:cubicBezTo>
                  <a:lnTo>
                    <a:pt x="26704" y="26903"/>
                  </a:lnTo>
                  <a:cubicBezTo>
                    <a:pt x="26547" y="26976"/>
                    <a:pt x="26189" y="27115"/>
                    <a:pt x="25730" y="27115"/>
                  </a:cubicBezTo>
                  <a:cubicBezTo>
                    <a:pt x="25012" y="27115"/>
                    <a:pt x="24048" y="26775"/>
                    <a:pt x="23224" y="25316"/>
                  </a:cubicBezTo>
                  <a:cubicBezTo>
                    <a:pt x="21744" y="22698"/>
                    <a:pt x="22739" y="17705"/>
                    <a:pt x="25838" y="17705"/>
                  </a:cubicBezTo>
                  <a:cubicBezTo>
                    <a:pt x="25959" y="17705"/>
                    <a:pt x="26084" y="17712"/>
                    <a:pt x="26211" y="17728"/>
                  </a:cubicBezTo>
                  <a:lnTo>
                    <a:pt x="26211" y="17728"/>
                  </a:lnTo>
                  <a:cubicBezTo>
                    <a:pt x="26095" y="17711"/>
                    <a:pt x="24733" y="17428"/>
                    <a:pt x="25935" y="13527"/>
                  </a:cubicBezTo>
                  <a:cubicBezTo>
                    <a:pt x="27190" y="9479"/>
                    <a:pt x="29344" y="1300"/>
                    <a:pt x="17768" y="128"/>
                  </a:cubicBezTo>
                  <a:cubicBezTo>
                    <a:pt x="16974" y="41"/>
                    <a:pt x="16237" y="0"/>
                    <a:pt x="155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4"/>
            <p:cNvSpPr/>
            <p:nvPr/>
          </p:nvSpPr>
          <p:spPr>
            <a:xfrm>
              <a:off x="8522555" y="2080016"/>
              <a:ext cx="2691" cy="1538"/>
            </a:xfrm>
            <a:custGeom>
              <a:rect b="b" l="l" r="r" t="t"/>
              <a:pathLst>
                <a:path extrusionOk="0" h="48" w="84">
                  <a:moveTo>
                    <a:pt x="83" y="0"/>
                  </a:moveTo>
                  <a:cubicBezTo>
                    <a:pt x="59" y="12"/>
                    <a:pt x="24" y="24"/>
                    <a:pt x="0" y="47"/>
                  </a:cubicBezTo>
                  <a:cubicBezTo>
                    <a:pt x="59" y="12"/>
                    <a:pt x="82" y="0"/>
                    <a:pt x="83" y="0"/>
                  </a:cubicBezTo>
                  <a:close/>
                </a:path>
              </a:pathLst>
            </a:custGeom>
            <a:solidFill>
              <a:srgbClr val="9D99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4"/>
            <p:cNvSpPr/>
            <p:nvPr/>
          </p:nvSpPr>
          <p:spPr>
            <a:xfrm>
              <a:off x="8229797" y="519533"/>
              <a:ext cx="50459" cy="36811"/>
            </a:xfrm>
            <a:custGeom>
              <a:rect b="b" l="l" r="r" t="t"/>
              <a:pathLst>
                <a:path extrusionOk="0" h="1149" w="1575">
                  <a:moveTo>
                    <a:pt x="107" y="0"/>
                  </a:moveTo>
                  <a:lnTo>
                    <a:pt x="0" y="983"/>
                  </a:lnTo>
                  <a:lnTo>
                    <a:pt x="1480" y="1148"/>
                  </a:lnTo>
                  <a:lnTo>
                    <a:pt x="1575" y="154"/>
                  </a:lnTo>
                  <a:lnTo>
                    <a:pt x="1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44"/>
            <p:cNvSpPr/>
            <p:nvPr/>
          </p:nvSpPr>
          <p:spPr>
            <a:xfrm>
              <a:off x="8228643" y="519533"/>
              <a:ext cx="23548" cy="33768"/>
            </a:xfrm>
            <a:custGeom>
              <a:rect b="b" l="l" r="r" t="t"/>
              <a:pathLst>
                <a:path extrusionOk="0" h="1054" w="735">
                  <a:moveTo>
                    <a:pt x="107" y="0"/>
                  </a:moveTo>
                  <a:lnTo>
                    <a:pt x="1" y="983"/>
                  </a:lnTo>
                  <a:lnTo>
                    <a:pt x="628" y="1054"/>
                  </a:lnTo>
                  <a:lnTo>
                    <a:pt x="735" y="71"/>
                  </a:lnTo>
                  <a:lnTo>
                    <a:pt x="1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44"/>
            <p:cNvSpPr/>
            <p:nvPr/>
          </p:nvSpPr>
          <p:spPr>
            <a:xfrm>
              <a:off x="8186931" y="498645"/>
              <a:ext cx="56931" cy="74391"/>
            </a:xfrm>
            <a:custGeom>
              <a:rect b="b" l="l" r="r" t="t"/>
              <a:pathLst>
                <a:path extrusionOk="0" h="2322" w="1777">
                  <a:moveTo>
                    <a:pt x="1209" y="1"/>
                  </a:moveTo>
                  <a:cubicBezTo>
                    <a:pt x="592" y="1"/>
                    <a:pt x="83" y="470"/>
                    <a:pt x="36" y="1078"/>
                  </a:cubicBezTo>
                  <a:cubicBezTo>
                    <a:pt x="1" y="1706"/>
                    <a:pt x="451" y="2250"/>
                    <a:pt x="1066" y="2321"/>
                  </a:cubicBezTo>
                  <a:lnTo>
                    <a:pt x="1137" y="2321"/>
                  </a:lnTo>
                  <a:cubicBezTo>
                    <a:pt x="1374" y="2321"/>
                    <a:pt x="1587" y="2144"/>
                    <a:pt x="1611" y="1907"/>
                  </a:cubicBezTo>
                  <a:lnTo>
                    <a:pt x="1764" y="522"/>
                  </a:lnTo>
                  <a:cubicBezTo>
                    <a:pt x="1776" y="273"/>
                    <a:pt x="1611" y="49"/>
                    <a:pt x="1362" y="13"/>
                  </a:cubicBezTo>
                  <a:cubicBezTo>
                    <a:pt x="1315" y="1"/>
                    <a:pt x="1267" y="1"/>
                    <a:pt x="1232" y="1"/>
                  </a:cubicBezTo>
                  <a:cubicBezTo>
                    <a:pt x="1224" y="1"/>
                    <a:pt x="1216"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4"/>
            <p:cNvSpPr/>
            <p:nvPr/>
          </p:nvSpPr>
          <p:spPr>
            <a:xfrm>
              <a:off x="8205897" y="624552"/>
              <a:ext cx="50459" cy="36459"/>
            </a:xfrm>
            <a:custGeom>
              <a:rect b="b" l="l" r="r" t="t"/>
              <a:pathLst>
                <a:path extrusionOk="0" h="1138" w="1575">
                  <a:moveTo>
                    <a:pt x="95" y="1"/>
                  </a:moveTo>
                  <a:lnTo>
                    <a:pt x="1" y="983"/>
                  </a:lnTo>
                  <a:lnTo>
                    <a:pt x="1468" y="1137"/>
                  </a:lnTo>
                  <a:lnTo>
                    <a:pt x="1575" y="155"/>
                  </a:lnTo>
                  <a:lnTo>
                    <a:pt x="9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44"/>
            <p:cNvSpPr/>
            <p:nvPr/>
          </p:nvSpPr>
          <p:spPr>
            <a:xfrm>
              <a:off x="8204775" y="624200"/>
              <a:ext cx="23163" cy="33768"/>
            </a:xfrm>
            <a:custGeom>
              <a:rect b="b" l="l" r="r" t="t"/>
              <a:pathLst>
                <a:path extrusionOk="0" h="1054" w="723">
                  <a:moveTo>
                    <a:pt x="95" y="0"/>
                  </a:moveTo>
                  <a:lnTo>
                    <a:pt x="0" y="983"/>
                  </a:lnTo>
                  <a:lnTo>
                    <a:pt x="627" y="1054"/>
                  </a:lnTo>
                  <a:lnTo>
                    <a:pt x="722" y="71"/>
                  </a:lnTo>
                  <a:lnTo>
                    <a:pt x="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44"/>
            <p:cNvSpPr/>
            <p:nvPr/>
          </p:nvSpPr>
          <p:spPr>
            <a:xfrm>
              <a:off x="8162678" y="603312"/>
              <a:ext cx="57283" cy="74391"/>
            </a:xfrm>
            <a:custGeom>
              <a:rect b="b" l="l" r="r" t="t"/>
              <a:pathLst>
                <a:path extrusionOk="0" h="2322" w="1788">
                  <a:moveTo>
                    <a:pt x="1208" y="1"/>
                  </a:moveTo>
                  <a:cubicBezTo>
                    <a:pt x="591" y="1"/>
                    <a:pt x="83" y="470"/>
                    <a:pt x="48" y="1090"/>
                  </a:cubicBezTo>
                  <a:cubicBezTo>
                    <a:pt x="0" y="1706"/>
                    <a:pt x="450" y="2250"/>
                    <a:pt x="1077" y="2321"/>
                  </a:cubicBezTo>
                  <a:lnTo>
                    <a:pt x="1137" y="2321"/>
                  </a:lnTo>
                  <a:cubicBezTo>
                    <a:pt x="1144" y="2321"/>
                    <a:pt x="1151" y="2322"/>
                    <a:pt x="1159" y="2322"/>
                  </a:cubicBezTo>
                  <a:cubicBezTo>
                    <a:pt x="1397" y="2322"/>
                    <a:pt x="1587" y="2137"/>
                    <a:pt x="1610" y="1907"/>
                  </a:cubicBezTo>
                  <a:lnTo>
                    <a:pt x="1764" y="522"/>
                  </a:lnTo>
                  <a:cubicBezTo>
                    <a:pt x="1788" y="273"/>
                    <a:pt x="1610" y="48"/>
                    <a:pt x="1373" y="13"/>
                  </a:cubicBezTo>
                  <a:cubicBezTo>
                    <a:pt x="1326" y="13"/>
                    <a:pt x="1279" y="1"/>
                    <a:pt x="1231" y="1"/>
                  </a:cubicBezTo>
                  <a:cubicBezTo>
                    <a:pt x="1224" y="1"/>
                    <a:pt x="1216" y="1"/>
                    <a:pt x="12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4"/>
            <p:cNvSpPr/>
            <p:nvPr/>
          </p:nvSpPr>
          <p:spPr>
            <a:xfrm>
              <a:off x="8354166" y="489194"/>
              <a:ext cx="50844" cy="36427"/>
            </a:xfrm>
            <a:custGeom>
              <a:rect b="b" l="l" r="r" t="t"/>
              <a:pathLst>
                <a:path extrusionOk="0" h="1137" w="1587">
                  <a:moveTo>
                    <a:pt x="107" y="0"/>
                  </a:moveTo>
                  <a:lnTo>
                    <a:pt x="1" y="983"/>
                  </a:lnTo>
                  <a:lnTo>
                    <a:pt x="1480" y="1137"/>
                  </a:lnTo>
                  <a:lnTo>
                    <a:pt x="1587" y="154"/>
                  </a:lnTo>
                  <a:lnTo>
                    <a:pt x="1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4"/>
            <p:cNvSpPr/>
            <p:nvPr/>
          </p:nvSpPr>
          <p:spPr>
            <a:xfrm>
              <a:off x="8382616" y="492205"/>
              <a:ext cx="23548" cy="33415"/>
            </a:xfrm>
            <a:custGeom>
              <a:rect b="b" l="l" r="r" t="t"/>
              <a:pathLst>
                <a:path extrusionOk="0" h="1043" w="735">
                  <a:moveTo>
                    <a:pt x="107" y="1"/>
                  </a:moveTo>
                  <a:lnTo>
                    <a:pt x="0" y="983"/>
                  </a:lnTo>
                  <a:lnTo>
                    <a:pt x="628" y="1043"/>
                  </a:lnTo>
                  <a:lnTo>
                    <a:pt x="734" y="60"/>
                  </a:lnTo>
                  <a:lnTo>
                    <a:pt x="1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4"/>
            <p:cNvSpPr/>
            <p:nvPr/>
          </p:nvSpPr>
          <p:spPr>
            <a:xfrm>
              <a:off x="8390593" y="474008"/>
              <a:ext cx="58404" cy="74551"/>
            </a:xfrm>
            <a:custGeom>
              <a:rect b="b" l="l" r="r" t="t"/>
              <a:pathLst>
                <a:path extrusionOk="0" h="2327" w="1823">
                  <a:moveTo>
                    <a:pt x="641" y="0"/>
                  </a:moveTo>
                  <a:cubicBezTo>
                    <a:pt x="402" y="0"/>
                    <a:pt x="201" y="185"/>
                    <a:pt x="178" y="415"/>
                  </a:cubicBezTo>
                  <a:lnTo>
                    <a:pt x="24" y="1800"/>
                  </a:lnTo>
                  <a:cubicBezTo>
                    <a:pt x="0" y="2049"/>
                    <a:pt x="166" y="2273"/>
                    <a:pt x="402" y="2309"/>
                  </a:cubicBezTo>
                  <a:lnTo>
                    <a:pt x="462" y="2321"/>
                  </a:lnTo>
                  <a:cubicBezTo>
                    <a:pt x="500" y="2324"/>
                    <a:pt x="538" y="2326"/>
                    <a:pt x="575" y="2326"/>
                  </a:cubicBezTo>
                  <a:cubicBezTo>
                    <a:pt x="1155" y="2326"/>
                    <a:pt x="1651" y="1905"/>
                    <a:pt x="1740" y="1327"/>
                  </a:cubicBezTo>
                  <a:cubicBezTo>
                    <a:pt x="1823" y="711"/>
                    <a:pt x="1409" y="131"/>
                    <a:pt x="793" y="24"/>
                  </a:cubicBezTo>
                  <a:cubicBezTo>
                    <a:pt x="746" y="24"/>
                    <a:pt x="710" y="13"/>
                    <a:pt x="663" y="1"/>
                  </a:cubicBezTo>
                  <a:cubicBezTo>
                    <a:pt x="656" y="0"/>
                    <a:pt x="648" y="0"/>
                    <a:pt x="6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4"/>
            <p:cNvSpPr/>
            <p:nvPr/>
          </p:nvSpPr>
          <p:spPr>
            <a:xfrm>
              <a:off x="8356057" y="596520"/>
              <a:ext cx="50491" cy="36811"/>
            </a:xfrm>
            <a:custGeom>
              <a:rect b="b" l="l" r="r" t="t"/>
              <a:pathLst>
                <a:path extrusionOk="0" h="1149" w="1576">
                  <a:moveTo>
                    <a:pt x="107" y="0"/>
                  </a:moveTo>
                  <a:lnTo>
                    <a:pt x="1" y="982"/>
                  </a:lnTo>
                  <a:lnTo>
                    <a:pt x="1480" y="1148"/>
                  </a:lnTo>
                  <a:lnTo>
                    <a:pt x="1575" y="154"/>
                  </a:lnTo>
                  <a:lnTo>
                    <a:pt x="1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44"/>
            <p:cNvSpPr/>
            <p:nvPr/>
          </p:nvSpPr>
          <p:spPr>
            <a:xfrm>
              <a:off x="8384506" y="599531"/>
              <a:ext cx="23548" cy="33800"/>
            </a:xfrm>
            <a:custGeom>
              <a:rect b="b" l="l" r="r" t="t"/>
              <a:pathLst>
                <a:path extrusionOk="0" h="1055" w="735">
                  <a:moveTo>
                    <a:pt x="107" y="1"/>
                  </a:moveTo>
                  <a:lnTo>
                    <a:pt x="1" y="983"/>
                  </a:lnTo>
                  <a:lnTo>
                    <a:pt x="628" y="1054"/>
                  </a:lnTo>
                  <a:lnTo>
                    <a:pt x="735" y="72"/>
                  </a:lnTo>
                  <a:lnTo>
                    <a:pt x="1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4"/>
            <p:cNvSpPr/>
            <p:nvPr/>
          </p:nvSpPr>
          <p:spPr>
            <a:xfrm>
              <a:off x="8392099" y="581654"/>
              <a:ext cx="58821" cy="74295"/>
            </a:xfrm>
            <a:custGeom>
              <a:rect b="b" l="l" r="r" t="t"/>
              <a:pathLst>
                <a:path extrusionOk="0" h="2319" w="1836">
                  <a:moveTo>
                    <a:pt x="621" y="0"/>
                  </a:moveTo>
                  <a:cubicBezTo>
                    <a:pt x="391" y="0"/>
                    <a:pt x="200" y="182"/>
                    <a:pt x="178" y="417"/>
                  </a:cubicBezTo>
                  <a:lnTo>
                    <a:pt x="36" y="1802"/>
                  </a:lnTo>
                  <a:cubicBezTo>
                    <a:pt x="0" y="2038"/>
                    <a:pt x="166" y="2263"/>
                    <a:pt x="415" y="2299"/>
                  </a:cubicBezTo>
                  <a:lnTo>
                    <a:pt x="474" y="2311"/>
                  </a:lnTo>
                  <a:cubicBezTo>
                    <a:pt x="519" y="2316"/>
                    <a:pt x="563" y="2318"/>
                    <a:pt x="607" y="2318"/>
                  </a:cubicBezTo>
                  <a:cubicBezTo>
                    <a:pt x="1178" y="2318"/>
                    <a:pt x="1663" y="1899"/>
                    <a:pt x="1740" y="1316"/>
                  </a:cubicBezTo>
                  <a:cubicBezTo>
                    <a:pt x="1835" y="701"/>
                    <a:pt x="1421" y="133"/>
                    <a:pt x="805" y="14"/>
                  </a:cubicBezTo>
                  <a:cubicBezTo>
                    <a:pt x="758" y="2"/>
                    <a:pt x="711" y="2"/>
                    <a:pt x="663" y="2"/>
                  </a:cubicBezTo>
                  <a:cubicBezTo>
                    <a:pt x="649" y="1"/>
                    <a:pt x="635" y="0"/>
                    <a:pt x="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4"/>
            <p:cNvSpPr/>
            <p:nvPr/>
          </p:nvSpPr>
          <p:spPr>
            <a:xfrm>
              <a:off x="8105043" y="702692"/>
              <a:ext cx="222981" cy="1096708"/>
            </a:xfrm>
            <a:custGeom>
              <a:rect b="b" l="l" r="r" t="t"/>
              <a:pathLst>
                <a:path extrusionOk="0" h="34232" w="6960">
                  <a:moveTo>
                    <a:pt x="5090" y="0"/>
                  </a:moveTo>
                  <a:lnTo>
                    <a:pt x="0" y="33510"/>
                  </a:lnTo>
                  <a:lnTo>
                    <a:pt x="4818" y="34232"/>
                  </a:lnTo>
                  <a:lnTo>
                    <a:pt x="6960" y="202"/>
                  </a:lnTo>
                  <a:lnTo>
                    <a:pt x="5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4"/>
            <p:cNvSpPr/>
            <p:nvPr/>
          </p:nvSpPr>
          <p:spPr>
            <a:xfrm>
              <a:off x="8232456" y="342783"/>
              <a:ext cx="131226" cy="391178"/>
            </a:xfrm>
            <a:custGeom>
              <a:rect b="b" l="l" r="r" t="t"/>
              <a:pathLst>
                <a:path extrusionOk="0" h="12210" w="4096">
                  <a:moveTo>
                    <a:pt x="3032" y="1"/>
                  </a:moveTo>
                  <a:cubicBezTo>
                    <a:pt x="2582" y="1"/>
                    <a:pt x="2180" y="325"/>
                    <a:pt x="2095" y="783"/>
                  </a:cubicBezTo>
                  <a:cubicBezTo>
                    <a:pt x="1657" y="3032"/>
                    <a:pt x="509" y="8902"/>
                    <a:pt x="83" y="11009"/>
                  </a:cubicBezTo>
                  <a:cubicBezTo>
                    <a:pt x="0" y="11424"/>
                    <a:pt x="296" y="11826"/>
                    <a:pt x="722" y="11885"/>
                  </a:cubicBezTo>
                  <a:lnTo>
                    <a:pt x="3267" y="12205"/>
                  </a:lnTo>
                  <a:cubicBezTo>
                    <a:pt x="3294" y="12208"/>
                    <a:pt x="3321" y="12209"/>
                    <a:pt x="3348" y="12209"/>
                  </a:cubicBezTo>
                  <a:cubicBezTo>
                    <a:pt x="3752" y="12209"/>
                    <a:pt x="4096" y="11881"/>
                    <a:pt x="4096" y="11459"/>
                  </a:cubicBezTo>
                  <a:lnTo>
                    <a:pt x="4001" y="948"/>
                  </a:lnTo>
                  <a:cubicBezTo>
                    <a:pt x="3989" y="475"/>
                    <a:pt x="3646" y="84"/>
                    <a:pt x="3184" y="13"/>
                  </a:cubicBezTo>
                  <a:cubicBezTo>
                    <a:pt x="3133" y="5"/>
                    <a:pt x="3082" y="1"/>
                    <a:pt x="30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44"/>
            <p:cNvSpPr/>
            <p:nvPr/>
          </p:nvSpPr>
          <p:spPr>
            <a:xfrm>
              <a:off x="7873700" y="1849666"/>
              <a:ext cx="196102" cy="274209"/>
            </a:xfrm>
            <a:custGeom>
              <a:rect b="b" l="l" r="r" t="t"/>
              <a:pathLst>
                <a:path extrusionOk="0" h="8559" w="6121">
                  <a:moveTo>
                    <a:pt x="4981" y="0"/>
                  </a:moveTo>
                  <a:cubicBezTo>
                    <a:pt x="4896" y="0"/>
                    <a:pt x="4807" y="6"/>
                    <a:pt x="4712" y="17"/>
                  </a:cubicBezTo>
                  <a:cubicBezTo>
                    <a:pt x="3457" y="171"/>
                    <a:pt x="3208" y="2657"/>
                    <a:pt x="3007" y="4657"/>
                  </a:cubicBezTo>
                  <a:cubicBezTo>
                    <a:pt x="2972" y="5095"/>
                    <a:pt x="2924" y="5509"/>
                    <a:pt x="2877" y="5841"/>
                  </a:cubicBezTo>
                  <a:cubicBezTo>
                    <a:pt x="2711" y="7001"/>
                    <a:pt x="2013" y="7841"/>
                    <a:pt x="1409" y="8078"/>
                  </a:cubicBezTo>
                  <a:cubicBezTo>
                    <a:pt x="1312" y="8121"/>
                    <a:pt x="1210" y="8143"/>
                    <a:pt x="1107" y="8143"/>
                  </a:cubicBezTo>
                  <a:cubicBezTo>
                    <a:pt x="960" y="8143"/>
                    <a:pt x="813" y="8098"/>
                    <a:pt x="687" y="8007"/>
                  </a:cubicBezTo>
                  <a:cubicBezTo>
                    <a:pt x="533" y="7900"/>
                    <a:pt x="439" y="7735"/>
                    <a:pt x="427" y="7557"/>
                  </a:cubicBezTo>
                  <a:cubicBezTo>
                    <a:pt x="427" y="7308"/>
                    <a:pt x="663" y="7084"/>
                    <a:pt x="758" y="7012"/>
                  </a:cubicBezTo>
                  <a:lnTo>
                    <a:pt x="510" y="6681"/>
                  </a:lnTo>
                  <a:cubicBezTo>
                    <a:pt x="486" y="6693"/>
                    <a:pt x="24" y="7048"/>
                    <a:pt x="12" y="7545"/>
                  </a:cubicBezTo>
                  <a:cubicBezTo>
                    <a:pt x="1" y="7829"/>
                    <a:pt x="143" y="8090"/>
                    <a:pt x="427" y="8326"/>
                  </a:cubicBezTo>
                  <a:cubicBezTo>
                    <a:pt x="581" y="8457"/>
                    <a:pt x="770" y="8528"/>
                    <a:pt x="971" y="8551"/>
                  </a:cubicBezTo>
                  <a:cubicBezTo>
                    <a:pt x="1013" y="8556"/>
                    <a:pt x="1055" y="8559"/>
                    <a:pt x="1097" y="8559"/>
                  </a:cubicBezTo>
                  <a:cubicBezTo>
                    <a:pt x="1256" y="8559"/>
                    <a:pt x="1413" y="8525"/>
                    <a:pt x="1563" y="8468"/>
                  </a:cubicBezTo>
                  <a:cubicBezTo>
                    <a:pt x="2415" y="8137"/>
                    <a:pt x="3125" y="7084"/>
                    <a:pt x="3291" y="5912"/>
                  </a:cubicBezTo>
                  <a:cubicBezTo>
                    <a:pt x="3339" y="5568"/>
                    <a:pt x="3386" y="5142"/>
                    <a:pt x="3421" y="4693"/>
                  </a:cubicBezTo>
                  <a:cubicBezTo>
                    <a:pt x="3587" y="3047"/>
                    <a:pt x="3836" y="550"/>
                    <a:pt x="4759" y="431"/>
                  </a:cubicBezTo>
                  <a:cubicBezTo>
                    <a:pt x="4822" y="425"/>
                    <a:pt x="4892" y="420"/>
                    <a:pt x="4964" y="420"/>
                  </a:cubicBezTo>
                  <a:cubicBezTo>
                    <a:pt x="5159" y="420"/>
                    <a:pt x="5365" y="455"/>
                    <a:pt x="5469" y="585"/>
                  </a:cubicBezTo>
                  <a:cubicBezTo>
                    <a:pt x="5623" y="751"/>
                    <a:pt x="5576" y="1059"/>
                    <a:pt x="5552" y="1165"/>
                  </a:cubicBezTo>
                  <a:lnTo>
                    <a:pt x="5954" y="1272"/>
                  </a:lnTo>
                  <a:cubicBezTo>
                    <a:pt x="5966" y="1248"/>
                    <a:pt x="6120" y="692"/>
                    <a:pt x="5789" y="313"/>
                  </a:cubicBezTo>
                  <a:cubicBezTo>
                    <a:pt x="5607" y="102"/>
                    <a:pt x="5340" y="0"/>
                    <a:pt x="49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4"/>
            <p:cNvSpPr/>
            <p:nvPr/>
          </p:nvSpPr>
          <p:spPr>
            <a:xfrm>
              <a:off x="8041128" y="1877827"/>
              <a:ext cx="24124" cy="20664"/>
            </a:xfrm>
            <a:custGeom>
              <a:rect b="b" l="l" r="r" t="t"/>
              <a:pathLst>
                <a:path extrusionOk="0" h="645" w="753">
                  <a:moveTo>
                    <a:pt x="427" y="1"/>
                  </a:moveTo>
                  <a:cubicBezTo>
                    <a:pt x="160" y="1"/>
                    <a:pt x="1" y="306"/>
                    <a:pt x="172" y="523"/>
                  </a:cubicBezTo>
                  <a:cubicBezTo>
                    <a:pt x="238" y="606"/>
                    <a:pt x="328" y="644"/>
                    <a:pt x="418" y="644"/>
                  </a:cubicBezTo>
                  <a:cubicBezTo>
                    <a:pt x="569" y="644"/>
                    <a:pt x="718" y="536"/>
                    <a:pt x="740" y="357"/>
                  </a:cubicBezTo>
                  <a:cubicBezTo>
                    <a:pt x="752" y="180"/>
                    <a:pt x="622" y="26"/>
                    <a:pt x="456" y="2"/>
                  </a:cubicBezTo>
                  <a:cubicBezTo>
                    <a:pt x="446" y="1"/>
                    <a:pt x="436" y="1"/>
                    <a:pt x="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4"/>
            <p:cNvSpPr/>
            <p:nvPr/>
          </p:nvSpPr>
          <p:spPr>
            <a:xfrm>
              <a:off x="7883375" y="2062139"/>
              <a:ext cx="24124" cy="20088"/>
            </a:xfrm>
            <a:custGeom>
              <a:rect b="b" l="l" r="r" t="t"/>
              <a:pathLst>
                <a:path extrusionOk="0" h="627" w="753">
                  <a:moveTo>
                    <a:pt x="404" y="1"/>
                  </a:moveTo>
                  <a:cubicBezTo>
                    <a:pt x="138" y="1"/>
                    <a:pt x="1" y="317"/>
                    <a:pt x="172" y="523"/>
                  </a:cubicBezTo>
                  <a:cubicBezTo>
                    <a:pt x="235" y="594"/>
                    <a:pt x="321" y="627"/>
                    <a:pt x="406" y="627"/>
                  </a:cubicBezTo>
                  <a:cubicBezTo>
                    <a:pt x="561" y="627"/>
                    <a:pt x="713" y="520"/>
                    <a:pt x="728" y="345"/>
                  </a:cubicBezTo>
                  <a:cubicBezTo>
                    <a:pt x="752" y="167"/>
                    <a:pt x="610" y="2"/>
                    <a:pt x="432" y="2"/>
                  </a:cubicBezTo>
                  <a:cubicBezTo>
                    <a:pt x="423" y="1"/>
                    <a:pt x="413" y="1"/>
                    <a:pt x="4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44"/>
            <p:cNvSpPr/>
            <p:nvPr/>
          </p:nvSpPr>
          <p:spPr>
            <a:xfrm>
              <a:off x="8266576" y="1872477"/>
              <a:ext cx="148686" cy="296155"/>
            </a:xfrm>
            <a:custGeom>
              <a:rect b="b" l="l" r="r" t="t"/>
              <a:pathLst>
                <a:path extrusionOk="0" h="9244" w="4641">
                  <a:moveTo>
                    <a:pt x="943" y="0"/>
                  </a:moveTo>
                  <a:cubicBezTo>
                    <a:pt x="729" y="0"/>
                    <a:pt x="548" y="57"/>
                    <a:pt x="403" y="169"/>
                  </a:cubicBezTo>
                  <a:cubicBezTo>
                    <a:pt x="0" y="477"/>
                    <a:pt x="36" y="1057"/>
                    <a:pt x="36" y="1081"/>
                  </a:cubicBezTo>
                  <a:lnTo>
                    <a:pt x="450" y="1057"/>
                  </a:lnTo>
                  <a:cubicBezTo>
                    <a:pt x="438" y="950"/>
                    <a:pt x="462" y="654"/>
                    <a:pt x="651" y="501"/>
                  </a:cubicBezTo>
                  <a:cubicBezTo>
                    <a:pt x="732" y="440"/>
                    <a:pt x="833" y="419"/>
                    <a:pt x="941" y="419"/>
                  </a:cubicBezTo>
                  <a:cubicBezTo>
                    <a:pt x="1088" y="419"/>
                    <a:pt x="1249" y="460"/>
                    <a:pt x="1385" y="501"/>
                  </a:cubicBezTo>
                  <a:cubicBezTo>
                    <a:pt x="2261" y="808"/>
                    <a:pt x="1977" y="3306"/>
                    <a:pt x="1800" y="4951"/>
                  </a:cubicBezTo>
                  <a:cubicBezTo>
                    <a:pt x="1752" y="5401"/>
                    <a:pt x="1705" y="5815"/>
                    <a:pt x="1681" y="6170"/>
                  </a:cubicBezTo>
                  <a:cubicBezTo>
                    <a:pt x="1598" y="7354"/>
                    <a:pt x="2072" y="8526"/>
                    <a:pt x="2841" y="9023"/>
                  </a:cubicBezTo>
                  <a:cubicBezTo>
                    <a:pt x="3007" y="9141"/>
                    <a:pt x="3196" y="9212"/>
                    <a:pt x="3398" y="9236"/>
                  </a:cubicBezTo>
                  <a:cubicBezTo>
                    <a:pt x="3438" y="9241"/>
                    <a:pt x="3478" y="9243"/>
                    <a:pt x="3517" y="9243"/>
                  </a:cubicBezTo>
                  <a:cubicBezTo>
                    <a:pt x="3674" y="9243"/>
                    <a:pt x="3824" y="9205"/>
                    <a:pt x="3966" y="9129"/>
                  </a:cubicBezTo>
                  <a:cubicBezTo>
                    <a:pt x="4262" y="9011"/>
                    <a:pt x="4475" y="8763"/>
                    <a:pt x="4546" y="8455"/>
                  </a:cubicBezTo>
                  <a:cubicBezTo>
                    <a:pt x="4640" y="7969"/>
                    <a:pt x="4250" y="7520"/>
                    <a:pt x="4238" y="7508"/>
                  </a:cubicBezTo>
                  <a:lnTo>
                    <a:pt x="3930" y="7780"/>
                  </a:lnTo>
                  <a:cubicBezTo>
                    <a:pt x="3930" y="7780"/>
                    <a:pt x="4191" y="8088"/>
                    <a:pt x="4143" y="8372"/>
                  </a:cubicBezTo>
                  <a:cubicBezTo>
                    <a:pt x="4084" y="8549"/>
                    <a:pt x="3954" y="8691"/>
                    <a:pt x="3788" y="8763"/>
                  </a:cubicBezTo>
                  <a:cubicBezTo>
                    <a:pt x="3696" y="8804"/>
                    <a:pt x="3598" y="8824"/>
                    <a:pt x="3499" y="8824"/>
                  </a:cubicBezTo>
                  <a:cubicBezTo>
                    <a:pt x="3344" y="8824"/>
                    <a:pt x="3189" y="8774"/>
                    <a:pt x="3066" y="8680"/>
                  </a:cubicBezTo>
                  <a:cubicBezTo>
                    <a:pt x="2522" y="8325"/>
                    <a:pt x="2013" y="7354"/>
                    <a:pt x="2096" y="6194"/>
                  </a:cubicBezTo>
                  <a:cubicBezTo>
                    <a:pt x="2119" y="5851"/>
                    <a:pt x="2167" y="5436"/>
                    <a:pt x="2214" y="4998"/>
                  </a:cubicBezTo>
                  <a:cubicBezTo>
                    <a:pt x="2427" y="3010"/>
                    <a:pt x="2699" y="524"/>
                    <a:pt x="1516" y="110"/>
                  </a:cubicBezTo>
                  <a:cubicBezTo>
                    <a:pt x="1305" y="36"/>
                    <a:pt x="1114" y="0"/>
                    <a:pt x="9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4"/>
            <p:cNvSpPr/>
            <p:nvPr/>
          </p:nvSpPr>
          <p:spPr>
            <a:xfrm>
              <a:off x="8267152" y="1896441"/>
              <a:ext cx="24092" cy="20536"/>
            </a:xfrm>
            <a:custGeom>
              <a:rect b="b" l="l" r="r" t="t"/>
              <a:pathLst>
                <a:path extrusionOk="0" h="641" w="752">
                  <a:moveTo>
                    <a:pt x="349" y="0"/>
                  </a:moveTo>
                  <a:cubicBezTo>
                    <a:pt x="182" y="0"/>
                    <a:pt x="41" y="116"/>
                    <a:pt x="18" y="285"/>
                  </a:cubicBezTo>
                  <a:cubicBezTo>
                    <a:pt x="1" y="491"/>
                    <a:pt x="163" y="640"/>
                    <a:pt x="340" y="640"/>
                  </a:cubicBezTo>
                  <a:cubicBezTo>
                    <a:pt x="407" y="640"/>
                    <a:pt x="477" y="618"/>
                    <a:pt x="539" y="569"/>
                  </a:cubicBezTo>
                  <a:cubicBezTo>
                    <a:pt x="752" y="392"/>
                    <a:pt x="645" y="37"/>
                    <a:pt x="373" y="1"/>
                  </a:cubicBezTo>
                  <a:cubicBezTo>
                    <a:pt x="365" y="1"/>
                    <a:pt x="357" y="0"/>
                    <a:pt x="3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4"/>
            <p:cNvSpPr/>
            <p:nvPr/>
          </p:nvSpPr>
          <p:spPr>
            <a:xfrm>
              <a:off x="8383577" y="2109491"/>
              <a:ext cx="24092" cy="20472"/>
            </a:xfrm>
            <a:custGeom>
              <a:rect b="b" l="l" r="r" t="t"/>
              <a:pathLst>
                <a:path extrusionOk="0" h="639" w="752">
                  <a:moveTo>
                    <a:pt x="331" y="1"/>
                  </a:moveTo>
                  <a:cubicBezTo>
                    <a:pt x="172" y="1"/>
                    <a:pt x="40" y="124"/>
                    <a:pt x="18" y="287"/>
                  </a:cubicBezTo>
                  <a:cubicBezTo>
                    <a:pt x="1" y="490"/>
                    <a:pt x="158" y="638"/>
                    <a:pt x="332" y="638"/>
                  </a:cubicBezTo>
                  <a:cubicBezTo>
                    <a:pt x="402" y="638"/>
                    <a:pt x="474" y="614"/>
                    <a:pt x="539" y="560"/>
                  </a:cubicBezTo>
                  <a:cubicBezTo>
                    <a:pt x="752" y="382"/>
                    <a:pt x="645" y="27"/>
                    <a:pt x="373" y="3"/>
                  </a:cubicBezTo>
                  <a:cubicBezTo>
                    <a:pt x="359" y="1"/>
                    <a:pt x="345"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4"/>
            <p:cNvSpPr/>
            <p:nvPr/>
          </p:nvSpPr>
          <p:spPr>
            <a:xfrm>
              <a:off x="8070154" y="2193781"/>
              <a:ext cx="157785" cy="431577"/>
            </a:xfrm>
            <a:custGeom>
              <a:rect b="b" l="l" r="r" t="t"/>
              <a:pathLst>
                <a:path extrusionOk="0" h="13471" w="4925">
                  <a:moveTo>
                    <a:pt x="343" y="0"/>
                  </a:moveTo>
                  <a:lnTo>
                    <a:pt x="0" y="2438"/>
                  </a:lnTo>
                  <a:cubicBezTo>
                    <a:pt x="3196" y="4604"/>
                    <a:pt x="473" y="13293"/>
                    <a:pt x="473" y="13293"/>
                  </a:cubicBezTo>
                  <a:lnTo>
                    <a:pt x="2166" y="13470"/>
                  </a:lnTo>
                  <a:cubicBezTo>
                    <a:pt x="2060" y="4001"/>
                    <a:pt x="4652" y="3078"/>
                    <a:pt x="4652" y="3078"/>
                  </a:cubicBezTo>
                  <a:lnTo>
                    <a:pt x="4924" y="485"/>
                  </a:lnTo>
                  <a:lnTo>
                    <a:pt x="3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4"/>
            <p:cNvSpPr/>
            <p:nvPr/>
          </p:nvSpPr>
          <p:spPr>
            <a:xfrm>
              <a:off x="8109208" y="727713"/>
              <a:ext cx="166883" cy="1503264"/>
            </a:xfrm>
            <a:custGeom>
              <a:rect b="b" l="l" r="r" t="t"/>
              <a:pathLst>
                <a:path extrusionOk="0" h="46922" w="5209">
                  <a:moveTo>
                    <a:pt x="0" y="46921"/>
                  </a:moveTo>
                  <a:lnTo>
                    <a:pt x="5208" y="1"/>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4"/>
            <p:cNvSpPr/>
            <p:nvPr/>
          </p:nvSpPr>
          <p:spPr>
            <a:xfrm>
              <a:off x="8103889" y="727329"/>
              <a:ext cx="176366" cy="1504000"/>
            </a:xfrm>
            <a:custGeom>
              <a:rect b="b" l="l" r="r" t="t"/>
              <a:pathLst>
                <a:path extrusionOk="0" h="46945" w="5505">
                  <a:moveTo>
                    <a:pt x="5209" y="1"/>
                  </a:moveTo>
                  <a:lnTo>
                    <a:pt x="0" y="46909"/>
                  </a:lnTo>
                  <a:lnTo>
                    <a:pt x="296" y="46945"/>
                  </a:lnTo>
                  <a:lnTo>
                    <a:pt x="5505" y="24"/>
                  </a:lnTo>
                  <a:lnTo>
                    <a:pt x="520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4"/>
            <p:cNvSpPr/>
            <p:nvPr/>
          </p:nvSpPr>
          <p:spPr>
            <a:xfrm>
              <a:off x="8131185" y="729603"/>
              <a:ext cx="155894" cy="1503648"/>
            </a:xfrm>
            <a:custGeom>
              <a:rect b="b" l="l" r="r" t="t"/>
              <a:pathLst>
                <a:path extrusionOk="0" h="46934" w="4866">
                  <a:moveTo>
                    <a:pt x="1" y="46933"/>
                  </a:moveTo>
                  <a:lnTo>
                    <a:pt x="4866" y="1"/>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4"/>
            <p:cNvSpPr/>
            <p:nvPr/>
          </p:nvSpPr>
          <p:spPr>
            <a:xfrm>
              <a:off x="8126252" y="728867"/>
              <a:ext cx="165378" cy="1504737"/>
            </a:xfrm>
            <a:custGeom>
              <a:rect b="b" l="l" r="r" t="t"/>
              <a:pathLst>
                <a:path extrusionOk="0" h="46968" w="5162">
                  <a:moveTo>
                    <a:pt x="4866" y="0"/>
                  </a:moveTo>
                  <a:lnTo>
                    <a:pt x="1" y="46944"/>
                  </a:lnTo>
                  <a:lnTo>
                    <a:pt x="297" y="46968"/>
                  </a:lnTo>
                  <a:lnTo>
                    <a:pt x="5162" y="36"/>
                  </a:lnTo>
                  <a:lnTo>
                    <a:pt x="48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4"/>
            <p:cNvSpPr/>
            <p:nvPr/>
          </p:nvSpPr>
          <p:spPr>
            <a:xfrm>
              <a:off x="8153580" y="730757"/>
              <a:ext cx="145642" cy="1504769"/>
            </a:xfrm>
            <a:custGeom>
              <a:rect b="b" l="l" r="r" t="t"/>
              <a:pathLst>
                <a:path extrusionOk="0" h="46969" w="4546">
                  <a:moveTo>
                    <a:pt x="0" y="46968"/>
                  </a:moveTo>
                  <a:lnTo>
                    <a:pt x="4545"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4"/>
            <p:cNvSpPr/>
            <p:nvPr/>
          </p:nvSpPr>
          <p:spPr>
            <a:xfrm>
              <a:off x="8148646" y="730372"/>
              <a:ext cx="155510" cy="1505506"/>
            </a:xfrm>
            <a:custGeom>
              <a:rect b="b" l="l" r="r" t="t"/>
              <a:pathLst>
                <a:path extrusionOk="0" h="46992" w="4854">
                  <a:moveTo>
                    <a:pt x="4569" y="0"/>
                  </a:moveTo>
                  <a:lnTo>
                    <a:pt x="0" y="46968"/>
                  </a:lnTo>
                  <a:lnTo>
                    <a:pt x="296" y="46992"/>
                  </a:lnTo>
                  <a:lnTo>
                    <a:pt x="4853" y="36"/>
                  </a:lnTo>
                  <a:lnTo>
                    <a:pt x="45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4"/>
            <p:cNvSpPr/>
            <p:nvPr/>
          </p:nvSpPr>
          <p:spPr>
            <a:xfrm>
              <a:off x="8175557" y="733416"/>
              <a:ext cx="136159" cy="1504385"/>
            </a:xfrm>
            <a:custGeom>
              <a:rect b="b" l="l" r="r" t="t"/>
              <a:pathLst>
                <a:path extrusionOk="0" h="46957" w="4250">
                  <a:moveTo>
                    <a:pt x="1" y="46956"/>
                  </a:moveTo>
                  <a:lnTo>
                    <a:pt x="4250"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4"/>
            <p:cNvSpPr/>
            <p:nvPr/>
          </p:nvSpPr>
          <p:spPr>
            <a:xfrm>
              <a:off x="8170623" y="733031"/>
              <a:ext cx="144906" cy="1505122"/>
            </a:xfrm>
            <a:custGeom>
              <a:rect b="b" l="l" r="r" t="t"/>
              <a:pathLst>
                <a:path extrusionOk="0" h="46980" w="4523">
                  <a:moveTo>
                    <a:pt x="4226" y="0"/>
                  </a:moveTo>
                  <a:lnTo>
                    <a:pt x="1" y="46956"/>
                  </a:lnTo>
                  <a:lnTo>
                    <a:pt x="297" y="46980"/>
                  </a:lnTo>
                  <a:lnTo>
                    <a:pt x="4522" y="24"/>
                  </a:lnTo>
                  <a:lnTo>
                    <a:pt x="42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4"/>
            <p:cNvSpPr/>
            <p:nvPr/>
          </p:nvSpPr>
          <p:spPr>
            <a:xfrm>
              <a:off x="7332554" y="980169"/>
              <a:ext cx="435390" cy="509428"/>
            </a:xfrm>
            <a:custGeom>
              <a:rect b="b" l="l" r="r" t="t"/>
              <a:pathLst>
                <a:path extrusionOk="0" h="15901" w="13590">
                  <a:moveTo>
                    <a:pt x="10978" y="0"/>
                  </a:moveTo>
                  <a:cubicBezTo>
                    <a:pt x="6827" y="0"/>
                    <a:pt x="1729" y="3211"/>
                    <a:pt x="1729" y="3211"/>
                  </a:cubicBezTo>
                  <a:cubicBezTo>
                    <a:pt x="1" y="4774"/>
                    <a:pt x="4948" y="4727"/>
                    <a:pt x="3220" y="8408"/>
                  </a:cubicBezTo>
                  <a:cubicBezTo>
                    <a:pt x="2309" y="10313"/>
                    <a:pt x="3362" y="11142"/>
                    <a:pt x="4842" y="11556"/>
                  </a:cubicBezTo>
                  <a:cubicBezTo>
                    <a:pt x="5517" y="11746"/>
                    <a:pt x="4593" y="13083"/>
                    <a:pt x="4700" y="14030"/>
                  </a:cubicBezTo>
                  <a:cubicBezTo>
                    <a:pt x="4816" y="15161"/>
                    <a:pt x="5725" y="15901"/>
                    <a:pt x="6317" y="15901"/>
                  </a:cubicBezTo>
                  <a:cubicBezTo>
                    <a:pt x="6327" y="15901"/>
                    <a:pt x="6336" y="15901"/>
                    <a:pt x="6345" y="15900"/>
                  </a:cubicBezTo>
                  <a:cubicBezTo>
                    <a:pt x="7174" y="15877"/>
                    <a:pt x="10535" y="15403"/>
                    <a:pt x="10535" y="15403"/>
                  </a:cubicBezTo>
                  <a:cubicBezTo>
                    <a:pt x="13589" y="10207"/>
                    <a:pt x="12453" y="158"/>
                    <a:pt x="12453" y="158"/>
                  </a:cubicBezTo>
                  <a:cubicBezTo>
                    <a:pt x="11983" y="49"/>
                    <a:pt x="11487" y="0"/>
                    <a:pt x="109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4"/>
            <p:cNvSpPr/>
            <p:nvPr/>
          </p:nvSpPr>
          <p:spPr>
            <a:xfrm>
              <a:off x="7776626" y="720024"/>
              <a:ext cx="274433" cy="450704"/>
            </a:xfrm>
            <a:custGeom>
              <a:rect b="b" l="l" r="r" t="t"/>
              <a:pathLst>
                <a:path extrusionOk="0" h="14068" w="8566">
                  <a:moveTo>
                    <a:pt x="2283" y="1"/>
                  </a:moveTo>
                  <a:cubicBezTo>
                    <a:pt x="1931" y="1"/>
                    <a:pt x="1633" y="159"/>
                    <a:pt x="1444" y="667"/>
                  </a:cubicBezTo>
                  <a:cubicBezTo>
                    <a:pt x="0" y="4561"/>
                    <a:pt x="1066" y="14018"/>
                    <a:pt x="3232" y="14066"/>
                  </a:cubicBezTo>
                  <a:cubicBezTo>
                    <a:pt x="3278" y="14067"/>
                    <a:pt x="3323" y="14067"/>
                    <a:pt x="3369" y="14067"/>
                  </a:cubicBezTo>
                  <a:cubicBezTo>
                    <a:pt x="6231" y="14067"/>
                    <a:pt x="8566" y="11886"/>
                    <a:pt x="6818" y="8775"/>
                  </a:cubicBezTo>
                  <a:cubicBezTo>
                    <a:pt x="5706" y="6786"/>
                    <a:pt x="6558" y="7118"/>
                    <a:pt x="6771" y="5685"/>
                  </a:cubicBezTo>
                  <a:cubicBezTo>
                    <a:pt x="7079" y="3661"/>
                    <a:pt x="5647" y="3223"/>
                    <a:pt x="4427" y="2205"/>
                  </a:cubicBezTo>
                  <a:cubicBezTo>
                    <a:pt x="3208" y="1187"/>
                    <a:pt x="4273" y="430"/>
                    <a:pt x="4273" y="430"/>
                  </a:cubicBezTo>
                  <a:lnTo>
                    <a:pt x="4273" y="430"/>
                  </a:lnTo>
                  <a:cubicBezTo>
                    <a:pt x="4254" y="431"/>
                    <a:pt x="4233" y="431"/>
                    <a:pt x="4213" y="431"/>
                  </a:cubicBezTo>
                  <a:cubicBezTo>
                    <a:pt x="3592" y="431"/>
                    <a:pt x="2864" y="1"/>
                    <a:pt x="22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4"/>
            <p:cNvSpPr/>
            <p:nvPr/>
          </p:nvSpPr>
          <p:spPr>
            <a:xfrm>
              <a:off x="7574502" y="736171"/>
              <a:ext cx="422030" cy="454067"/>
            </a:xfrm>
            <a:custGeom>
              <a:rect b="b" l="l" r="r" t="t"/>
              <a:pathLst>
                <a:path extrusionOk="0" h="14173" w="13173">
                  <a:moveTo>
                    <a:pt x="5800" y="0"/>
                  </a:moveTo>
                  <a:cubicBezTo>
                    <a:pt x="5496" y="0"/>
                    <a:pt x="5315" y="21"/>
                    <a:pt x="5315" y="21"/>
                  </a:cubicBezTo>
                  <a:cubicBezTo>
                    <a:pt x="5315" y="21"/>
                    <a:pt x="5954" y="1571"/>
                    <a:pt x="6061" y="2128"/>
                  </a:cubicBezTo>
                  <a:cubicBezTo>
                    <a:pt x="6392" y="3974"/>
                    <a:pt x="3599" y="4187"/>
                    <a:pt x="4901" y="6306"/>
                  </a:cubicBezTo>
                  <a:cubicBezTo>
                    <a:pt x="4991" y="6446"/>
                    <a:pt x="4886" y="6620"/>
                    <a:pt x="4744" y="6620"/>
                  </a:cubicBezTo>
                  <a:cubicBezTo>
                    <a:pt x="4718" y="6620"/>
                    <a:pt x="4691" y="6615"/>
                    <a:pt x="4664" y="6602"/>
                  </a:cubicBezTo>
                  <a:cubicBezTo>
                    <a:pt x="4268" y="6459"/>
                    <a:pt x="3863" y="6387"/>
                    <a:pt x="3446" y="6387"/>
                  </a:cubicBezTo>
                  <a:cubicBezTo>
                    <a:pt x="3414" y="6387"/>
                    <a:pt x="3382" y="6388"/>
                    <a:pt x="3350" y="6389"/>
                  </a:cubicBezTo>
                  <a:cubicBezTo>
                    <a:pt x="1504" y="6448"/>
                    <a:pt x="36" y="7951"/>
                    <a:pt x="12" y="9798"/>
                  </a:cubicBezTo>
                  <a:cubicBezTo>
                    <a:pt x="0" y="11550"/>
                    <a:pt x="1326" y="13408"/>
                    <a:pt x="3019" y="13633"/>
                  </a:cubicBezTo>
                  <a:cubicBezTo>
                    <a:pt x="3741" y="14106"/>
                    <a:pt x="4830" y="14047"/>
                    <a:pt x="6416" y="14154"/>
                  </a:cubicBezTo>
                  <a:cubicBezTo>
                    <a:pt x="6593" y="14166"/>
                    <a:pt x="6765" y="14172"/>
                    <a:pt x="6932" y="14172"/>
                  </a:cubicBezTo>
                  <a:cubicBezTo>
                    <a:pt x="13172" y="14172"/>
                    <a:pt x="12888" y="5553"/>
                    <a:pt x="11009" y="2625"/>
                  </a:cubicBezTo>
                  <a:cubicBezTo>
                    <a:pt x="9503" y="260"/>
                    <a:pt x="6879" y="0"/>
                    <a:pt x="58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4"/>
            <p:cNvSpPr/>
            <p:nvPr/>
          </p:nvSpPr>
          <p:spPr>
            <a:xfrm>
              <a:off x="7678784" y="1013648"/>
              <a:ext cx="243101" cy="258286"/>
            </a:xfrm>
            <a:custGeom>
              <a:rect b="b" l="l" r="r" t="t"/>
              <a:pathLst>
                <a:path extrusionOk="0" h="8062" w="7588">
                  <a:moveTo>
                    <a:pt x="3788" y="0"/>
                  </a:moveTo>
                  <a:cubicBezTo>
                    <a:pt x="1705" y="0"/>
                    <a:pt x="1" y="1811"/>
                    <a:pt x="1" y="4037"/>
                  </a:cubicBezTo>
                  <a:cubicBezTo>
                    <a:pt x="1" y="6262"/>
                    <a:pt x="1705" y="8061"/>
                    <a:pt x="3788" y="8061"/>
                  </a:cubicBezTo>
                  <a:cubicBezTo>
                    <a:pt x="5883" y="8061"/>
                    <a:pt x="7588" y="6262"/>
                    <a:pt x="7588" y="4037"/>
                  </a:cubicBezTo>
                  <a:cubicBezTo>
                    <a:pt x="7588" y="1811"/>
                    <a:pt x="5883" y="0"/>
                    <a:pt x="37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4"/>
            <p:cNvSpPr/>
            <p:nvPr/>
          </p:nvSpPr>
          <p:spPr>
            <a:xfrm>
              <a:off x="8198688" y="921252"/>
              <a:ext cx="380766" cy="371539"/>
            </a:xfrm>
            <a:custGeom>
              <a:rect b="b" l="l" r="r" t="t"/>
              <a:pathLst>
                <a:path extrusionOk="0" h="11597" w="11885">
                  <a:moveTo>
                    <a:pt x="3131" y="0"/>
                  </a:moveTo>
                  <a:cubicBezTo>
                    <a:pt x="3100" y="0"/>
                    <a:pt x="3071" y="3"/>
                    <a:pt x="3043" y="8"/>
                  </a:cubicBezTo>
                  <a:cubicBezTo>
                    <a:pt x="1906" y="221"/>
                    <a:pt x="1" y="2127"/>
                    <a:pt x="427" y="2269"/>
                  </a:cubicBezTo>
                  <a:cubicBezTo>
                    <a:pt x="462" y="2281"/>
                    <a:pt x="505" y="2286"/>
                    <a:pt x="554" y="2286"/>
                  </a:cubicBezTo>
                  <a:cubicBezTo>
                    <a:pt x="1089" y="2286"/>
                    <a:pt x="2332" y="1630"/>
                    <a:pt x="2333" y="1630"/>
                  </a:cubicBezTo>
                  <a:lnTo>
                    <a:pt x="2333" y="1630"/>
                  </a:lnTo>
                  <a:cubicBezTo>
                    <a:pt x="2332" y="1630"/>
                    <a:pt x="735" y="4210"/>
                    <a:pt x="1054" y="4766"/>
                  </a:cubicBezTo>
                  <a:cubicBezTo>
                    <a:pt x="1088" y="4828"/>
                    <a:pt x="1136" y="4856"/>
                    <a:pt x="1192" y="4856"/>
                  </a:cubicBezTo>
                  <a:cubicBezTo>
                    <a:pt x="1525" y="4856"/>
                    <a:pt x="2189" y="3916"/>
                    <a:pt x="2523" y="3411"/>
                  </a:cubicBezTo>
                  <a:lnTo>
                    <a:pt x="2523" y="3411"/>
                  </a:lnTo>
                  <a:cubicBezTo>
                    <a:pt x="2020" y="4205"/>
                    <a:pt x="775" y="6238"/>
                    <a:pt x="1186" y="6238"/>
                  </a:cubicBezTo>
                  <a:cubicBezTo>
                    <a:pt x="1196" y="6238"/>
                    <a:pt x="1208" y="6237"/>
                    <a:pt x="1220" y="6234"/>
                  </a:cubicBezTo>
                  <a:cubicBezTo>
                    <a:pt x="1847" y="6092"/>
                    <a:pt x="2794" y="4424"/>
                    <a:pt x="2794" y="4423"/>
                  </a:cubicBezTo>
                  <a:lnTo>
                    <a:pt x="2794" y="4423"/>
                  </a:lnTo>
                  <a:cubicBezTo>
                    <a:pt x="2794" y="4424"/>
                    <a:pt x="2202" y="6305"/>
                    <a:pt x="2581" y="6506"/>
                  </a:cubicBezTo>
                  <a:cubicBezTo>
                    <a:pt x="2603" y="6519"/>
                    <a:pt x="2627" y="6525"/>
                    <a:pt x="2652" y="6525"/>
                  </a:cubicBezTo>
                  <a:cubicBezTo>
                    <a:pt x="3052" y="6525"/>
                    <a:pt x="3765" y="5015"/>
                    <a:pt x="3765" y="5015"/>
                  </a:cubicBezTo>
                  <a:cubicBezTo>
                    <a:pt x="3765" y="5015"/>
                    <a:pt x="4096" y="8590"/>
                    <a:pt x="7410" y="8850"/>
                  </a:cubicBezTo>
                  <a:lnTo>
                    <a:pt x="9778" y="11596"/>
                  </a:lnTo>
                  <a:lnTo>
                    <a:pt x="11885" y="9738"/>
                  </a:lnTo>
                  <a:lnTo>
                    <a:pt x="7292" y="3973"/>
                  </a:lnTo>
                  <a:cubicBezTo>
                    <a:pt x="7292" y="3973"/>
                    <a:pt x="4332" y="0"/>
                    <a:pt x="3131"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4"/>
            <p:cNvSpPr/>
            <p:nvPr/>
          </p:nvSpPr>
          <p:spPr>
            <a:xfrm>
              <a:off x="8251774" y="993496"/>
              <a:ext cx="83105" cy="71027"/>
            </a:xfrm>
            <a:custGeom>
              <a:rect b="b" l="l" r="r" t="t"/>
              <a:pathLst>
                <a:path extrusionOk="0" h="2217" w="2594">
                  <a:moveTo>
                    <a:pt x="1936" y="1"/>
                  </a:moveTo>
                  <a:cubicBezTo>
                    <a:pt x="1898" y="1"/>
                    <a:pt x="1860" y="5"/>
                    <a:pt x="1824" y="14"/>
                  </a:cubicBezTo>
                  <a:cubicBezTo>
                    <a:pt x="1705" y="38"/>
                    <a:pt x="1599" y="85"/>
                    <a:pt x="1504" y="156"/>
                  </a:cubicBezTo>
                  <a:cubicBezTo>
                    <a:pt x="1409" y="227"/>
                    <a:pt x="1327" y="310"/>
                    <a:pt x="1244" y="404"/>
                  </a:cubicBezTo>
                  <a:cubicBezTo>
                    <a:pt x="1161" y="487"/>
                    <a:pt x="1078" y="570"/>
                    <a:pt x="995" y="665"/>
                  </a:cubicBezTo>
                  <a:cubicBezTo>
                    <a:pt x="332" y="1434"/>
                    <a:pt x="1" y="2192"/>
                    <a:pt x="60" y="2215"/>
                  </a:cubicBezTo>
                  <a:cubicBezTo>
                    <a:pt x="61" y="2216"/>
                    <a:pt x="63" y="2217"/>
                    <a:pt x="65" y="2217"/>
                  </a:cubicBezTo>
                  <a:cubicBezTo>
                    <a:pt x="140" y="2217"/>
                    <a:pt x="549" y="1546"/>
                    <a:pt x="1173" y="831"/>
                  </a:cubicBezTo>
                  <a:cubicBezTo>
                    <a:pt x="1327" y="653"/>
                    <a:pt x="1480" y="487"/>
                    <a:pt x="1646" y="333"/>
                  </a:cubicBezTo>
                  <a:cubicBezTo>
                    <a:pt x="1745" y="235"/>
                    <a:pt x="1868" y="185"/>
                    <a:pt x="2002" y="185"/>
                  </a:cubicBezTo>
                  <a:cubicBezTo>
                    <a:pt x="2029" y="185"/>
                    <a:pt x="2056" y="187"/>
                    <a:pt x="2084" y="191"/>
                  </a:cubicBezTo>
                  <a:cubicBezTo>
                    <a:pt x="2202" y="203"/>
                    <a:pt x="2321" y="239"/>
                    <a:pt x="2439" y="286"/>
                  </a:cubicBezTo>
                  <a:cubicBezTo>
                    <a:pt x="2500" y="303"/>
                    <a:pt x="2548" y="314"/>
                    <a:pt x="2569" y="314"/>
                  </a:cubicBezTo>
                  <a:cubicBezTo>
                    <a:pt x="2577" y="314"/>
                    <a:pt x="2581" y="313"/>
                    <a:pt x="2581" y="310"/>
                  </a:cubicBezTo>
                  <a:cubicBezTo>
                    <a:pt x="2593" y="298"/>
                    <a:pt x="2558" y="262"/>
                    <a:pt x="2475" y="203"/>
                  </a:cubicBezTo>
                  <a:cubicBezTo>
                    <a:pt x="2368" y="120"/>
                    <a:pt x="2250" y="61"/>
                    <a:pt x="2120" y="26"/>
                  </a:cubicBezTo>
                  <a:cubicBezTo>
                    <a:pt x="2061" y="11"/>
                    <a:pt x="1998" y="1"/>
                    <a:pt x="1936" y="1"/>
                  </a:cubicBezTo>
                  <a:close/>
                </a:path>
              </a:pathLst>
            </a:custGeom>
            <a:solidFill>
              <a:srgbClr val="1C2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4"/>
            <p:cNvSpPr/>
            <p:nvPr/>
          </p:nvSpPr>
          <p:spPr>
            <a:xfrm>
              <a:off x="8276443" y="1041777"/>
              <a:ext cx="57283" cy="37548"/>
            </a:xfrm>
            <a:custGeom>
              <a:rect b="b" l="l" r="r" t="t"/>
              <a:pathLst>
                <a:path extrusionOk="0" h="1172" w="1788">
                  <a:moveTo>
                    <a:pt x="1340" y="1"/>
                  </a:moveTo>
                  <a:cubicBezTo>
                    <a:pt x="1264" y="1"/>
                    <a:pt x="1189" y="13"/>
                    <a:pt x="1113" y="34"/>
                  </a:cubicBezTo>
                  <a:cubicBezTo>
                    <a:pt x="959" y="81"/>
                    <a:pt x="817" y="152"/>
                    <a:pt x="699" y="247"/>
                  </a:cubicBezTo>
                  <a:cubicBezTo>
                    <a:pt x="474" y="401"/>
                    <a:pt x="284" y="602"/>
                    <a:pt x="142" y="839"/>
                  </a:cubicBezTo>
                  <a:cubicBezTo>
                    <a:pt x="36" y="1016"/>
                    <a:pt x="0" y="1146"/>
                    <a:pt x="36" y="1170"/>
                  </a:cubicBezTo>
                  <a:cubicBezTo>
                    <a:pt x="37" y="1171"/>
                    <a:pt x="39" y="1171"/>
                    <a:pt x="41" y="1171"/>
                  </a:cubicBezTo>
                  <a:cubicBezTo>
                    <a:pt x="109" y="1171"/>
                    <a:pt x="369" y="770"/>
                    <a:pt x="841" y="436"/>
                  </a:cubicBezTo>
                  <a:cubicBezTo>
                    <a:pt x="1018" y="282"/>
                    <a:pt x="1243" y="188"/>
                    <a:pt x="1480" y="188"/>
                  </a:cubicBezTo>
                  <a:cubicBezTo>
                    <a:pt x="1632" y="188"/>
                    <a:pt x="1723" y="240"/>
                    <a:pt x="1761" y="240"/>
                  </a:cubicBezTo>
                  <a:cubicBezTo>
                    <a:pt x="1767" y="240"/>
                    <a:pt x="1772" y="238"/>
                    <a:pt x="1776" y="235"/>
                  </a:cubicBezTo>
                  <a:cubicBezTo>
                    <a:pt x="1788" y="235"/>
                    <a:pt x="1776" y="200"/>
                    <a:pt x="1740" y="152"/>
                  </a:cubicBezTo>
                  <a:cubicBezTo>
                    <a:pt x="1681" y="81"/>
                    <a:pt x="1598" y="46"/>
                    <a:pt x="1503" y="22"/>
                  </a:cubicBezTo>
                  <a:cubicBezTo>
                    <a:pt x="1449" y="7"/>
                    <a:pt x="1394" y="1"/>
                    <a:pt x="1340" y="1"/>
                  </a:cubicBezTo>
                  <a:close/>
                </a:path>
              </a:pathLst>
            </a:custGeom>
            <a:solidFill>
              <a:srgbClr val="1C2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4"/>
            <p:cNvSpPr/>
            <p:nvPr/>
          </p:nvSpPr>
          <p:spPr>
            <a:xfrm>
              <a:off x="8266576" y="950502"/>
              <a:ext cx="56546" cy="28033"/>
            </a:xfrm>
            <a:custGeom>
              <a:rect b="b" l="l" r="r" t="t"/>
              <a:pathLst>
                <a:path extrusionOk="0" h="875" w="1765">
                  <a:moveTo>
                    <a:pt x="1031" y="0"/>
                  </a:moveTo>
                  <a:cubicBezTo>
                    <a:pt x="938" y="0"/>
                    <a:pt x="844" y="15"/>
                    <a:pt x="758" y="42"/>
                  </a:cubicBezTo>
                  <a:cubicBezTo>
                    <a:pt x="616" y="89"/>
                    <a:pt x="486" y="172"/>
                    <a:pt x="367" y="279"/>
                  </a:cubicBezTo>
                  <a:cubicBezTo>
                    <a:pt x="285" y="362"/>
                    <a:pt x="214" y="456"/>
                    <a:pt x="142" y="563"/>
                  </a:cubicBezTo>
                  <a:cubicBezTo>
                    <a:pt x="36" y="740"/>
                    <a:pt x="0" y="847"/>
                    <a:pt x="24" y="871"/>
                  </a:cubicBezTo>
                  <a:cubicBezTo>
                    <a:pt x="28" y="873"/>
                    <a:pt x="32" y="874"/>
                    <a:pt x="37" y="874"/>
                  </a:cubicBezTo>
                  <a:cubicBezTo>
                    <a:pt x="77" y="874"/>
                    <a:pt x="157" y="786"/>
                    <a:pt x="285" y="669"/>
                  </a:cubicBezTo>
                  <a:cubicBezTo>
                    <a:pt x="427" y="492"/>
                    <a:pt x="628" y="362"/>
                    <a:pt x="841" y="267"/>
                  </a:cubicBezTo>
                  <a:cubicBezTo>
                    <a:pt x="910" y="244"/>
                    <a:pt x="983" y="231"/>
                    <a:pt x="1059" y="231"/>
                  </a:cubicBezTo>
                  <a:cubicBezTo>
                    <a:pt x="1100" y="231"/>
                    <a:pt x="1142" y="235"/>
                    <a:pt x="1184" y="243"/>
                  </a:cubicBezTo>
                  <a:cubicBezTo>
                    <a:pt x="1279" y="267"/>
                    <a:pt x="1374" y="314"/>
                    <a:pt x="1456" y="373"/>
                  </a:cubicBezTo>
                  <a:cubicBezTo>
                    <a:pt x="1590" y="456"/>
                    <a:pt x="1688" y="520"/>
                    <a:pt x="1727" y="520"/>
                  </a:cubicBezTo>
                  <a:cubicBezTo>
                    <a:pt x="1733" y="520"/>
                    <a:pt x="1737" y="519"/>
                    <a:pt x="1740" y="515"/>
                  </a:cubicBezTo>
                  <a:cubicBezTo>
                    <a:pt x="1764" y="492"/>
                    <a:pt x="1705" y="385"/>
                    <a:pt x="1563" y="231"/>
                  </a:cubicBezTo>
                  <a:cubicBezTo>
                    <a:pt x="1468" y="149"/>
                    <a:pt x="1362" y="78"/>
                    <a:pt x="1243" y="30"/>
                  </a:cubicBezTo>
                  <a:cubicBezTo>
                    <a:pt x="1176" y="9"/>
                    <a:pt x="1104" y="0"/>
                    <a:pt x="1031" y="0"/>
                  </a:cubicBezTo>
                  <a:close/>
                </a:path>
              </a:pathLst>
            </a:custGeom>
            <a:solidFill>
              <a:srgbClr val="1C22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4"/>
            <p:cNvSpPr/>
            <p:nvPr/>
          </p:nvSpPr>
          <p:spPr>
            <a:xfrm>
              <a:off x="7719375" y="578290"/>
              <a:ext cx="88744" cy="293175"/>
            </a:xfrm>
            <a:custGeom>
              <a:rect b="b" l="l" r="r" t="t"/>
              <a:pathLst>
                <a:path extrusionOk="0" h="9151" w="2770">
                  <a:moveTo>
                    <a:pt x="1799" y="1"/>
                  </a:moveTo>
                  <a:cubicBezTo>
                    <a:pt x="1787" y="1"/>
                    <a:pt x="1764" y="13"/>
                    <a:pt x="1693" y="48"/>
                  </a:cubicBezTo>
                  <a:lnTo>
                    <a:pt x="1586" y="107"/>
                  </a:lnTo>
                  <a:lnTo>
                    <a:pt x="1432" y="202"/>
                  </a:lnTo>
                  <a:cubicBezTo>
                    <a:pt x="1125" y="427"/>
                    <a:pt x="864" y="711"/>
                    <a:pt x="663" y="1031"/>
                  </a:cubicBezTo>
                  <a:cubicBezTo>
                    <a:pt x="355" y="1504"/>
                    <a:pt x="166" y="2037"/>
                    <a:pt x="95" y="2593"/>
                  </a:cubicBezTo>
                  <a:cubicBezTo>
                    <a:pt x="0" y="3280"/>
                    <a:pt x="83" y="3978"/>
                    <a:pt x="308" y="4641"/>
                  </a:cubicBezTo>
                  <a:cubicBezTo>
                    <a:pt x="521" y="5280"/>
                    <a:pt x="840" y="5896"/>
                    <a:pt x="1255" y="6452"/>
                  </a:cubicBezTo>
                  <a:cubicBezTo>
                    <a:pt x="1432" y="6700"/>
                    <a:pt x="1634" y="6925"/>
                    <a:pt x="1811" y="7138"/>
                  </a:cubicBezTo>
                  <a:cubicBezTo>
                    <a:pt x="1977" y="7351"/>
                    <a:pt x="2143" y="7553"/>
                    <a:pt x="2273" y="7742"/>
                  </a:cubicBezTo>
                  <a:cubicBezTo>
                    <a:pt x="2486" y="8038"/>
                    <a:pt x="2628" y="8381"/>
                    <a:pt x="2687" y="8748"/>
                  </a:cubicBezTo>
                  <a:cubicBezTo>
                    <a:pt x="2711" y="8997"/>
                    <a:pt x="2663" y="9151"/>
                    <a:pt x="2687" y="9151"/>
                  </a:cubicBezTo>
                  <a:cubicBezTo>
                    <a:pt x="2687" y="9151"/>
                    <a:pt x="2711" y="9115"/>
                    <a:pt x="2734" y="9056"/>
                  </a:cubicBezTo>
                  <a:cubicBezTo>
                    <a:pt x="2746" y="9009"/>
                    <a:pt x="2758" y="8973"/>
                    <a:pt x="2758" y="8926"/>
                  </a:cubicBezTo>
                  <a:cubicBezTo>
                    <a:pt x="2770" y="8867"/>
                    <a:pt x="2770" y="8807"/>
                    <a:pt x="2758" y="8748"/>
                  </a:cubicBezTo>
                  <a:cubicBezTo>
                    <a:pt x="2734" y="8369"/>
                    <a:pt x="2604" y="8002"/>
                    <a:pt x="2379" y="7683"/>
                  </a:cubicBezTo>
                  <a:cubicBezTo>
                    <a:pt x="2131" y="7269"/>
                    <a:pt x="1752" y="6854"/>
                    <a:pt x="1397" y="6357"/>
                  </a:cubicBezTo>
                  <a:cubicBezTo>
                    <a:pt x="1006" y="5813"/>
                    <a:pt x="698" y="5209"/>
                    <a:pt x="474" y="4582"/>
                  </a:cubicBezTo>
                  <a:cubicBezTo>
                    <a:pt x="260" y="3954"/>
                    <a:pt x="189" y="3280"/>
                    <a:pt x="260" y="2617"/>
                  </a:cubicBezTo>
                  <a:cubicBezTo>
                    <a:pt x="320" y="2084"/>
                    <a:pt x="497" y="1563"/>
                    <a:pt x="769" y="1102"/>
                  </a:cubicBezTo>
                  <a:cubicBezTo>
                    <a:pt x="959" y="782"/>
                    <a:pt x="1196" y="498"/>
                    <a:pt x="1480" y="261"/>
                  </a:cubicBezTo>
                  <a:lnTo>
                    <a:pt x="1610" y="155"/>
                  </a:lnTo>
                  <a:lnTo>
                    <a:pt x="1716" y="72"/>
                  </a:lnTo>
                  <a:cubicBezTo>
                    <a:pt x="1776" y="36"/>
                    <a:pt x="1799" y="13"/>
                    <a:pt x="17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4"/>
            <p:cNvSpPr/>
            <p:nvPr/>
          </p:nvSpPr>
          <p:spPr>
            <a:xfrm>
              <a:off x="7920731" y="471349"/>
              <a:ext cx="118347" cy="106236"/>
            </a:xfrm>
            <a:custGeom>
              <a:rect b="b" l="l" r="r" t="t"/>
              <a:pathLst>
                <a:path extrusionOk="0" h="3316" w="3694">
                  <a:moveTo>
                    <a:pt x="3078" y="1"/>
                  </a:moveTo>
                  <a:cubicBezTo>
                    <a:pt x="3078" y="25"/>
                    <a:pt x="3161" y="60"/>
                    <a:pt x="3267" y="167"/>
                  </a:cubicBezTo>
                  <a:cubicBezTo>
                    <a:pt x="3397" y="332"/>
                    <a:pt x="3480" y="545"/>
                    <a:pt x="3504" y="759"/>
                  </a:cubicBezTo>
                  <a:cubicBezTo>
                    <a:pt x="3540" y="1078"/>
                    <a:pt x="3504" y="1410"/>
                    <a:pt x="3409" y="1729"/>
                  </a:cubicBezTo>
                  <a:cubicBezTo>
                    <a:pt x="3291" y="2108"/>
                    <a:pt x="3054" y="2451"/>
                    <a:pt x="2746" y="2700"/>
                  </a:cubicBezTo>
                  <a:cubicBezTo>
                    <a:pt x="2439" y="2960"/>
                    <a:pt x="2060" y="3102"/>
                    <a:pt x="1657" y="3138"/>
                  </a:cubicBezTo>
                  <a:cubicBezTo>
                    <a:pt x="1326" y="3138"/>
                    <a:pt x="1006" y="3078"/>
                    <a:pt x="699" y="2948"/>
                  </a:cubicBezTo>
                  <a:cubicBezTo>
                    <a:pt x="569" y="2901"/>
                    <a:pt x="450" y="2842"/>
                    <a:pt x="344" y="2794"/>
                  </a:cubicBezTo>
                  <a:cubicBezTo>
                    <a:pt x="261" y="2759"/>
                    <a:pt x="190" y="2712"/>
                    <a:pt x="119" y="2652"/>
                  </a:cubicBezTo>
                  <a:cubicBezTo>
                    <a:pt x="12" y="2546"/>
                    <a:pt x="36" y="2439"/>
                    <a:pt x="24" y="2439"/>
                  </a:cubicBezTo>
                  <a:lnTo>
                    <a:pt x="24" y="2439"/>
                  </a:lnTo>
                  <a:cubicBezTo>
                    <a:pt x="24" y="2439"/>
                    <a:pt x="0" y="2463"/>
                    <a:pt x="0" y="2510"/>
                  </a:cubicBezTo>
                  <a:cubicBezTo>
                    <a:pt x="0" y="2570"/>
                    <a:pt x="24" y="2641"/>
                    <a:pt x="60" y="2700"/>
                  </a:cubicBezTo>
                  <a:cubicBezTo>
                    <a:pt x="131" y="2783"/>
                    <a:pt x="202" y="2842"/>
                    <a:pt x="296" y="2901"/>
                  </a:cubicBezTo>
                  <a:cubicBezTo>
                    <a:pt x="403" y="2960"/>
                    <a:pt x="521" y="3019"/>
                    <a:pt x="651" y="3078"/>
                  </a:cubicBezTo>
                  <a:cubicBezTo>
                    <a:pt x="971" y="3232"/>
                    <a:pt x="1314" y="3315"/>
                    <a:pt x="1669" y="3315"/>
                  </a:cubicBezTo>
                  <a:cubicBezTo>
                    <a:pt x="2107" y="3292"/>
                    <a:pt x="2522" y="3138"/>
                    <a:pt x="2865" y="2854"/>
                  </a:cubicBezTo>
                  <a:cubicBezTo>
                    <a:pt x="3196" y="2581"/>
                    <a:pt x="3445" y="2203"/>
                    <a:pt x="3563" y="1788"/>
                  </a:cubicBezTo>
                  <a:cubicBezTo>
                    <a:pt x="3670" y="1445"/>
                    <a:pt x="3693" y="1090"/>
                    <a:pt x="3634" y="747"/>
                  </a:cubicBezTo>
                  <a:cubicBezTo>
                    <a:pt x="3599" y="510"/>
                    <a:pt x="3480" y="297"/>
                    <a:pt x="3315" y="119"/>
                  </a:cubicBezTo>
                  <a:cubicBezTo>
                    <a:pt x="3184" y="1"/>
                    <a:pt x="3078" y="1"/>
                    <a:pt x="30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4"/>
            <p:cNvSpPr/>
            <p:nvPr/>
          </p:nvSpPr>
          <p:spPr>
            <a:xfrm>
              <a:off x="7969268" y="468722"/>
              <a:ext cx="41360" cy="75512"/>
            </a:xfrm>
            <a:custGeom>
              <a:rect b="b" l="l" r="r" t="t"/>
              <a:pathLst>
                <a:path extrusionOk="0" h="2357" w="1291">
                  <a:moveTo>
                    <a:pt x="240" y="0"/>
                  </a:moveTo>
                  <a:cubicBezTo>
                    <a:pt x="203" y="0"/>
                    <a:pt x="166" y="4"/>
                    <a:pt x="131" y="12"/>
                  </a:cubicBezTo>
                  <a:cubicBezTo>
                    <a:pt x="48" y="24"/>
                    <a:pt x="0" y="24"/>
                    <a:pt x="12" y="59"/>
                  </a:cubicBezTo>
                  <a:cubicBezTo>
                    <a:pt x="12" y="83"/>
                    <a:pt x="190" y="47"/>
                    <a:pt x="415" y="166"/>
                  </a:cubicBezTo>
                  <a:cubicBezTo>
                    <a:pt x="545" y="237"/>
                    <a:pt x="651" y="332"/>
                    <a:pt x="746" y="450"/>
                  </a:cubicBezTo>
                  <a:cubicBezTo>
                    <a:pt x="853" y="604"/>
                    <a:pt x="924" y="769"/>
                    <a:pt x="983" y="947"/>
                  </a:cubicBezTo>
                  <a:cubicBezTo>
                    <a:pt x="1089" y="1267"/>
                    <a:pt x="1113" y="1610"/>
                    <a:pt x="1054" y="1953"/>
                  </a:cubicBezTo>
                  <a:cubicBezTo>
                    <a:pt x="1007" y="2202"/>
                    <a:pt x="888" y="2332"/>
                    <a:pt x="912" y="2356"/>
                  </a:cubicBezTo>
                  <a:cubicBezTo>
                    <a:pt x="912" y="2356"/>
                    <a:pt x="913" y="2356"/>
                    <a:pt x="915" y="2356"/>
                  </a:cubicBezTo>
                  <a:cubicBezTo>
                    <a:pt x="940" y="2356"/>
                    <a:pt x="1095" y="2247"/>
                    <a:pt x="1196" y="1989"/>
                  </a:cubicBezTo>
                  <a:cubicBezTo>
                    <a:pt x="1291" y="1622"/>
                    <a:pt x="1279" y="1243"/>
                    <a:pt x="1160" y="888"/>
                  </a:cubicBezTo>
                  <a:cubicBezTo>
                    <a:pt x="1101" y="687"/>
                    <a:pt x="1007" y="509"/>
                    <a:pt x="876" y="343"/>
                  </a:cubicBezTo>
                  <a:cubicBezTo>
                    <a:pt x="770" y="213"/>
                    <a:pt x="628" y="107"/>
                    <a:pt x="462" y="47"/>
                  </a:cubicBezTo>
                  <a:cubicBezTo>
                    <a:pt x="391" y="16"/>
                    <a:pt x="315" y="0"/>
                    <a:pt x="2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4"/>
            <p:cNvSpPr/>
            <p:nvPr/>
          </p:nvSpPr>
          <p:spPr>
            <a:xfrm>
              <a:off x="7902149" y="433833"/>
              <a:ext cx="66382" cy="92556"/>
            </a:xfrm>
            <a:custGeom>
              <a:rect b="b" l="l" r="r" t="t"/>
              <a:pathLst>
                <a:path extrusionOk="0" h="2889" w="2072">
                  <a:moveTo>
                    <a:pt x="1504" y="0"/>
                  </a:moveTo>
                  <a:cubicBezTo>
                    <a:pt x="1267" y="0"/>
                    <a:pt x="1030" y="47"/>
                    <a:pt x="829" y="166"/>
                  </a:cubicBezTo>
                  <a:cubicBezTo>
                    <a:pt x="569" y="320"/>
                    <a:pt x="367" y="533"/>
                    <a:pt x="237" y="805"/>
                  </a:cubicBezTo>
                  <a:cubicBezTo>
                    <a:pt x="107" y="1065"/>
                    <a:pt x="36" y="1338"/>
                    <a:pt x="24" y="1622"/>
                  </a:cubicBezTo>
                  <a:cubicBezTo>
                    <a:pt x="0" y="1858"/>
                    <a:pt x="12" y="2083"/>
                    <a:pt x="60" y="2320"/>
                  </a:cubicBezTo>
                  <a:cubicBezTo>
                    <a:pt x="71" y="2474"/>
                    <a:pt x="131" y="2616"/>
                    <a:pt x="202" y="2758"/>
                  </a:cubicBezTo>
                  <a:cubicBezTo>
                    <a:pt x="261" y="2853"/>
                    <a:pt x="308" y="2888"/>
                    <a:pt x="320" y="2888"/>
                  </a:cubicBezTo>
                  <a:cubicBezTo>
                    <a:pt x="249" y="2687"/>
                    <a:pt x="202" y="2498"/>
                    <a:pt x="178" y="2296"/>
                  </a:cubicBezTo>
                  <a:cubicBezTo>
                    <a:pt x="154" y="2072"/>
                    <a:pt x="154" y="1858"/>
                    <a:pt x="178" y="1634"/>
                  </a:cubicBezTo>
                  <a:cubicBezTo>
                    <a:pt x="202" y="1373"/>
                    <a:pt x="273" y="1113"/>
                    <a:pt x="379" y="876"/>
                  </a:cubicBezTo>
                  <a:cubicBezTo>
                    <a:pt x="497" y="651"/>
                    <a:pt x="675" y="450"/>
                    <a:pt x="888" y="308"/>
                  </a:cubicBezTo>
                  <a:cubicBezTo>
                    <a:pt x="1077" y="201"/>
                    <a:pt x="1279" y="142"/>
                    <a:pt x="1480" y="130"/>
                  </a:cubicBezTo>
                  <a:cubicBezTo>
                    <a:pt x="1505" y="129"/>
                    <a:pt x="1530" y="128"/>
                    <a:pt x="1554" y="128"/>
                  </a:cubicBezTo>
                  <a:cubicBezTo>
                    <a:pt x="1860" y="128"/>
                    <a:pt x="2025" y="251"/>
                    <a:pt x="2065" y="251"/>
                  </a:cubicBezTo>
                  <a:cubicBezTo>
                    <a:pt x="2068" y="251"/>
                    <a:pt x="2070" y="250"/>
                    <a:pt x="2072" y="249"/>
                  </a:cubicBezTo>
                  <a:cubicBezTo>
                    <a:pt x="2072" y="237"/>
                    <a:pt x="2036" y="190"/>
                    <a:pt x="1965" y="130"/>
                  </a:cubicBezTo>
                  <a:cubicBezTo>
                    <a:pt x="1823" y="47"/>
                    <a:pt x="1669" y="0"/>
                    <a:pt x="15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4"/>
            <p:cNvSpPr/>
            <p:nvPr/>
          </p:nvSpPr>
          <p:spPr>
            <a:xfrm>
              <a:off x="7897215" y="998847"/>
              <a:ext cx="99765" cy="198504"/>
            </a:xfrm>
            <a:custGeom>
              <a:rect b="b" l="l" r="r" t="t"/>
              <a:pathLst>
                <a:path extrusionOk="0" h="6196" w="3114">
                  <a:moveTo>
                    <a:pt x="2072" y="1"/>
                  </a:moveTo>
                  <a:cubicBezTo>
                    <a:pt x="2036" y="107"/>
                    <a:pt x="2036" y="226"/>
                    <a:pt x="2060" y="332"/>
                  </a:cubicBezTo>
                  <a:cubicBezTo>
                    <a:pt x="2096" y="628"/>
                    <a:pt x="2167" y="912"/>
                    <a:pt x="2285" y="1184"/>
                  </a:cubicBezTo>
                  <a:cubicBezTo>
                    <a:pt x="2415" y="1528"/>
                    <a:pt x="2616" y="1930"/>
                    <a:pt x="2758" y="2380"/>
                  </a:cubicBezTo>
                  <a:cubicBezTo>
                    <a:pt x="2900" y="2877"/>
                    <a:pt x="2924" y="3398"/>
                    <a:pt x="2841" y="3919"/>
                  </a:cubicBezTo>
                  <a:cubicBezTo>
                    <a:pt x="2758" y="4428"/>
                    <a:pt x="2534" y="4901"/>
                    <a:pt x="2190" y="5280"/>
                  </a:cubicBezTo>
                  <a:cubicBezTo>
                    <a:pt x="1906" y="5599"/>
                    <a:pt x="1551" y="5836"/>
                    <a:pt x="1160" y="5966"/>
                  </a:cubicBezTo>
                  <a:cubicBezTo>
                    <a:pt x="915" y="6062"/>
                    <a:pt x="661" y="6110"/>
                    <a:pt x="405" y="6110"/>
                  </a:cubicBezTo>
                  <a:cubicBezTo>
                    <a:pt x="377" y="6110"/>
                    <a:pt x="348" y="6110"/>
                    <a:pt x="320" y="6108"/>
                  </a:cubicBezTo>
                  <a:lnTo>
                    <a:pt x="190" y="6108"/>
                  </a:lnTo>
                  <a:lnTo>
                    <a:pt x="83" y="6097"/>
                  </a:lnTo>
                  <a:lnTo>
                    <a:pt x="0" y="6097"/>
                  </a:lnTo>
                  <a:cubicBezTo>
                    <a:pt x="0" y="6108"/>
                    <a:pt x="24" y="6120"/>
                    <a:pt x="71" y="6132"/>
                  </a:cubicBezTo>
                  <a:lnTo>
                    <a:pt x="178" y="6156"/>
                  </a:lnTo>
                  <a:lnTo>
                    <a:pt x="308" y="6179"/>
                  </a:lnTo>
                  <a:cubicBezTo>
                    <a:pt x="394" y="6190"/>
                    <a:pt x="482" y="6195"/>
                    <a:pt x="569" y="6195"/>
                  </a:cubicBezTo>
                  <a:cubicBezTo>
                    <a:pt x="782" y="6195"/>
                    <a:pt x="995" y="6164"/>
                    <a:pt x="1196" y="6097"/>
                  </a:cubicBezTo>
                  <a:cubicBezTo>
                    <a:pt x="1622" y="5966"/>
                    <a:pt x="2013" y="5730"/>
                    <a:pt x="2320" y="5398"/>
                  </a:cubicBezTo>
                  <a:cubicBezTo>
                    <a:pt x="2687" y="4996"/>
                    <a:pt x="2936" y="4487"/>
                    <a:pt x="3019" y="3942"/>
                  </a:cubicBezTo>
                  <a:cubicBezTo>
                    <a:pt x="3114" y="3410"/>
                    <a:pt x="3078" y="2853"/>
                    <a:pt x="2912" y="2333"/>
                  </a:cubicBezTo>
                  <a:cubicBezTo>
                    <a:pt x="2770" y="1918"/>
                    <a:pt x="2593" y="1528"/>
                    <a:pt x="2403" y="1137"/>
                  </a:cubicBezTo>
                  <a:cubicBezTo>
                    <a:pt x="2285" y="877"/>
                    <a:pt x="2190" y="604"/>
                    <a:pt x="2131" y="320"/>
                  </a:cubicBezTo>
                  <a:cubicBezTo>
                    <a:pt x="2119" y="214"/>
                    <a:pt x="2096" y="107"/>
                    <a:pt x="20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4"/>
            <p:cNvSpPr/>
            <p:nvPr/>
          </p:nvSpPr>
          <p:spPr>
            <a:xfrm>
              <a:off x="7757660" y="1065965"/>
              <a:ext cx="126708" cy="154453"/>
            </a:xfrm>
            <a:custGeom>
              <a:rect b="b" l="l" r="r" t="t"/>
              <a:pathLst>
                <a:path extrusionOk="0" h="4821" w="3955">
                  <a:moveTo>
                    <a:pt x="3540" y="1"/>
                  </a:moveTo>
                  <a:cubicBezTo>
                    <a:pt x="3504" y="13"/>
                    <a:pt x="3682" y="391"/>
                    <a:pt x="3765" y="1042"/>
                  </a:cubicBezTo>
                  <a:cubicBezTo>
                    <a:pt x="3800" y="1421"/>
                    <a:pt x="3788" y="1812"/>
                    <a:pt x="3717" y="2191"/>
                  </a:cubicBezTo>
                  <a:cubicBezTo>
                    <a:pt x="3634" y="2652"/>
                    <a:pt x="3457" y="3090"/>
                    <a:pt x="3196" y="3469"/>
                  </a:cubicBezTo>
                  <a:cubicBezTo>
                    <a:pt x="2924" y="3848"/>
                    <a:pt x="2557" y="4155"/>
                    <a:pt x="2143" y="4369"/>
                  </a:cubicBezTo>
                  <a:cubicBezTo>
                    <a:pt x="1812" y="4546"/>
                    <a:pt x="1433" y="4653"/>
                    <a:pt x="1054" y="4688"/>
                  </a:cubicBezTo>
                  <a:cubicBezTo>
                    <a:pt x="984" y="4694"/>
                    <a:pt x="914" y="4697"/>
                    <a:pt x="845" y="4697"/>
                  </a:cubicBezTo>
                  <a:cubicBezTo>
                    <a:pt x="655" y="4697"/>
                    <a:pt x="467" y="4675"/>
                    <a:pt x="285" y="4641"/>
                  </a:cubicBezTo>
                  <a:cubicBezTo>
                    <a:pt x="190" y="4605"/>
                    <a:pt x="95" y="4593"/>
                    <a:pt x="1" y="4582"/>
                  </a:cubicBezTo>
                  <a:lnTo>
                    <a:pt x="1" y="4582"/>
                  </a:lnTo>
                  <a:cubicBezTo>
                    <a:pt x="72" y="4641"/>
                    <a:pt x="166" y="4688"/>
                    <a:pt x="261" y="4712"/>
                  </a:cubicBezTo>
                  <a:cubicBezTo>
                    <a:pt x="489" y="4784"/>
                    <a:pt x="726" y="4821"/>
                    <a:pt x="964" y="4821"/>
                  </a:cubicBezTo>
                  <a:cubicBezTo>
                    <a:pt x="998" y="4821"/>
                    <a:pt x="1032" y="4820"/>
                    <a:pt x="1066" y="4818"/>
                  </a:cubicBezTo>
                  <a:cubicBezTo>
                    <a:pt x="1468" y="4807"/>
                    <a:pt x="1859" y="4700"/>
                    <a:pt x="2226" y="4522"/>
                  </a:cubicBezTo>
                  <a:cubicBezTo>
                    <a:pt x="2664" y="4309"/>
                    <a:pt x="3054" y="3978"/>
                    <a:pt x="3339" y="3576"/>
                  </a:cubicBezTo>
                  <a:cubicBezTo>
                    <a:pt x="3623" y="3173"/>
                    <a:pt x="3812" y="2711"/>
                    <a:pt x="3883" y="2226"/>
                  </a:cubicBezTo>
                  <a:cubicBezTo>
                    <a:pt x="3954" y="1824"/>
                    <a:pt x="3954" y="1421"/>
                    <a:pt x="3883" y="1031"/>
                  </a:cubicBezTo>
                  <a:cubicBezTo>
                    <a:pt x="3848" y="758"/>
                    <a:pt x="3776" y="510"/>
                    <a:pt x="3670" y="261"/>
                  </a:cubicBezTo>
                  <a:cubicBezTo>
                    <a:pt x="3646" y="167"/>
                    <a:pt x="3599" y="72"/>
                    <a:pt x="35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4"/>
            <p:cNvSpPr/>
            <p:nvPr/>
          </p:nvSpPr>
          <p:spPr>
            <a:xfrm>
              <a:off x="7661708" y="993560"/>
              <a:ext cx="149070" cy="145771"/>
            </a:xfrm>
            <a:custGeom>
              <a:rect b="b" l="l" r="r" t="t"/>
              <a:pathLst>
                <a:path extrusionOk="0" h="4550" w="4653">
                  <a:moveTo>
                    <a:pt x="4546" y="0"/>
                  </a:moveTo>
                  <a:cubicBezTo>
                    <a:pt x="4511" y="12"/>
                    <a:pt x="4594" y="450"/>
                    <a:pt x="4487" y="1148"/>
                  </a:cubicBezTo>
                  <a:cubicBezTo>
                    <a:pt x="4428" y="1562"/>
                    <a:pt x="4321" y="1953"/>
                    <a:pt x="4167" y="2332"/>
                  </a:cubicBezTo>
                  <a:cubicBezTo>
                    <a:pt x="3978" y="2805"/>
                    <a:pt x="3706" y="3231"/>
                    <a:pt x="3351" y="3587"/>
                  </a:cubicBezTo>
                  <a:cubicBezTo>
                    <a:pt x="3007" y="3953"/>
                    <a:pt x="2569" y="4214"/>
                    <a:pt x="2096" y="4332"/>
                  </a:cubicBezTo>
                  <a:cubicBezTo>
                    <a:pt x="1936" y="4371"/>
                    <a:pt x="1773" y="4390"/>
                    <a:pt x="1610" y="4390"/>
                  </a:cubicBezTo>
                  <a:cubicBezTo>
                    <a:pt x="1373" y="4390"/>
                    <a:pt x="1136" y="4350"/>
                    <a:pt x="912" y="4273"/>
                  </a:cubicBezTo>
                  <a:cubicBezTo>
                    <a:pt x="652" y="4178"/>
                    <a:pt x="415" y="4036"/>
                    <a:pt x="214" y="3847"/>
                  </a:cubicBezTo>
                  <a:cubicBezTo>
                    <a:pt x="91" y="3713"/>
                    <a:pt x="31" y="3621"/>
                    <a:pt x="5" y="3621"/>
                  </a:cubicBezTo>
                  <a:cubicBezTo>
                    <a:pt x="4" y="3621"/>
                    <a:pt x="2" y="3621"/>
                    <a:pt x="1" y="3622"/>
                  </a:cubicBezTo>
                  <a:cubicBezTo>
                    <a:pt x="36" y="3717"/>
                    <a:pt x="96" y="3811"/>
                    <a:pt x="167" y="3894"/>
                  </a:cubicBezTo>
                  <a:cubicBezTo>
                    <a:pt x="356" y="4119"/>
                    <a:pt x="593" y="4285"/>
                    <a:pt x="865" y="4391"/>
                  </a:cubicBezTo>
                  <a:cubicBezTo>
                    <a:pt x="1121" y="4497"/>
                    <a:pt x="1396" y="4550"/>
                    <a:pt x="1672" y="4550"/>
                  </a:cubicBezTo>
                  <a:cubicBezTo>
                    <a:pt x="1830" y="4550"/>
                    <a:pt x="1988" y="4532"/>
                    <a:pt x="2143" y="4498"/>
                  </a:cubicBezTo>
                  <a:cubicBezTo>
                    <a:pt x="2652" y="4380"/>
                    <a:pt x="3126" y="4107"/>
                    <a:pt x="3493" y="3717"/>
                  </a:cubicBezTo>
                  <a:cubicBezTo>
                    <a:pt x="3860" y="3338"/>
                    <a:pt x="4144" y="2888"/>
                    <a:pt x="4333" y="2403"/>
                  </a:cubicBezTo>
                  <a:cubicBezTo>
                    <a:pt x="4487" y="2000"/>
                    <a:pt x="4594" y="1586"/>
                    <a:pt x="4629" y="1160"/>
                  </a:cubicBezTo>
                  <a:cubicBezTo>
                    <a:pt x="4653" y="876"/>
                    <a:pt x="4653" y="592"/>
                    <a:pt x="4617" y="308"/>
                  </a:cubicBezTo>
                  <a:cubicBezTo>
                    <a:pt x="4605" y="201"/>
                    <a:pt x="4582" y="107"/>
                    <a:pt x="4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4"/>
            <p:cNvSpPr/>
            <p:nvPr/>
          </p:nvSpPr>
          <p:spPr>
            <a:xfrm>
              <a:off x="7861173" y="848559"/>
              <a:ext cx="87655" cy="208468"/>
            </a:xfrm>
            <a:custGeom>
              <a:rect b="b" l="l" r="r" t="t"/>
              <a:pathLst>
                <a:path extrusionOk="0" h="6507" w="2736">
                  <a:moveTo>
                    <a:pt x="1442" y="1"/>
                  </a:moveTo>
                  <a:cubicBezTo>
                    <a:pt x="1438" y="1"/>
                    <a:pt x="1436" y="2"/>
                    <a:pt x="1433" y="4"/>
                  </a:cubicBezTo>
                  <a:cubicBezTo>
                    <a:pt x="1398" y="16"/>
                    <a:pt x="1729" y="360"/>
                    <a:pt x="2049" y="1034"/>
                  </a:cubicBezTo>
                  <a:cubicBezTo>
                    <a:pt x="2226" y="1425"/>
                    <a:pt x="2368" y="1839"/>
                    <a:pt x="2451" y="2265"/>
                  </a:cubicBezTo>
                  <a:cubicBezTo>
                    <a:pt x="2546" y="2786"/>
                    <a:pt x="2558" y="3319"/>
                    <a:pt x="2499" y="3851"/>
                  </a:cubicBezTo>
                  <a:cubicBezTo>
                    <a:pt x="2463" y="4124"/>
                    <a:pt x="2404" y="4384"/>
                    <a:pt x="2321" y="4656"/>
                  </a:cubicBezTo>
                  <a:cubicBezTo>
                    <a:pt x="2250" y="4893"/>
                    <a:pt x="2155" y="5130"/>
                    <a:pt x="2025" y="5355"/>
                  </a:cubicBezTo>
                  <a:cubicBezTo>
                    <a:pt x="1836" y="5733"/>
                    <a:pt x="1528" y="6053"/>
                    <a:pt x="1149" y="6254"/>
                  </a:cubicBezTo>
                  <a:cubicBezTo>
                    <a:pt x="932" y="6363"/>
                    <a:pt x="697" y="6414"/>
                    <a:pt x="461" y="6414"/>
                  </a:cubicBezTo>
                  <a:cubicBezTo>
                    <a:pt x="414" y="6414"/>
                    <a:pt x="367" y="6412"/>
                    <a:pt x="321" y="6408"/>
                  </a:cubicBezTo>
                  <a:cubicBezTo>
                    <a:pt x="131" y="6387"/>
                    <a:pt x="25" y="6347"/>
                    <a:pt x="5" y="6347"/>
                  </a:cubicBezTo>
                  <a:cubicBezTo>
                    <a:pt x="2" y="6347"/>
                    <a:pt x="1" y="6348"/>
                    <a:pt x="1" y="6349"/>
                  </a:cubicBezTo>
                  <a:cubicBezTo>
                    <a:pt x="84" y="6420"/>
                    <a:pt x="190" y="6467"/>
                    <a:pt x="309" y="6479"/>
                  </a:cubicBezTo>
                  <a:cubicBezTo>
                    <a:pt x="401" y="6498"/>
                    <a:pt x="496" y="6507"/>
                    <a:pt x="591" y="6507"/>
                  </a:cubicBezTo>
                  <a:cubicBezTo>
                    <a:pt x="801" y="6507"/>
                    <a:pt x="1013" y="6462"/>
                    <a:pt x="1208" y="6373"/>
                  </a:cubicBezTo>
                  <a:cubicBezTo>
                    <a:pt x="1623" y="6171"/>
                    <a:pt x="1954" y="5840"/>
                    <a:pt x="2179" y="5437"/>
                  </a:cubicBezTo>
                  <a:cubicBezTo>
                    <a:pt x="2309" y="5213"/>
                    <a:pt x="2404" y="4964"/>
                    <a:pt x="2487" y="4704"/>
                  </a:cubicBezTo>
                  <a:cubicBezTo>
                    <a:pt x="2570" y="4431"/>
                    <a:pt x="2641" y="4159"/>
                    <a:pt x="2676" y="3875"/>
                  </a:cubicBezTo>
                  <a:cubicBezTo>
                    <a:pt x="2735" y="3331"/>
                    <a:pt x="2712" y="2774"/>
                    <a:pt x="2605" y="2242"/>
                  </a:cubicBezTo>
                  <a:cubicBezTo>
                    <a:pt x="2510" y="1804"/>
                    <a:pt x="2368" y="1377"/>
                    <a:pt x="2167" y="975"/>
                  </a:cubicBezTo>
                  <a:cubicBezTo>
                    <a:pt x="2025" y="715"/>
                    <a:pt x="1859" y="466"/>
                    <a:pt x="1670" y="229"/>
                  </a:cubicBezTo>
                  <a:cubicBezTo>
                    <a:pt x="1532" y="91"/>
                    <a:pt x="1470" y="1"/>
                    <a:pt x="14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4"/>
            <p:cNvSpPr/>
            <p:nvPr/>
          </p:nvSpPr>
          <p:spPr>
            <a:xfrm>
              <a:off x="6626832" y="1311693"/>
              <a:ext cx="1172957" cy="358788"/>
            </a:xfrm>
            <a:custGeom>
              <a:rect b="b" l="l" r="r" t="t"/>
              <a:pathLst>
                <a:path extrusionOk="0" h="11199" w="36612">
                  <a:moveTo>
                    <a:pt x="1" y="1"/>
                  </a:moveTo>
                  <a:lnTo>
                    <a:pt x="36611" y="11198"/>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4"/>
            <p:cNvSpPr/>
            <p:nvPr/>
          </p:nvSpPr>
          <p:spPr>
            <a:xfrm>
              <a:off x="6622283" y="1296155"/>
              <a:ext cx="1182440" cy="390249"/>
            </a:xfrm>
            <a:custGeom>
              <a:rect b="b" l="l" r="r" t="t"/>
              <a:pathLst>
                <a:path extrusionOk="0" h="12181" w="36908">
                  <a:moveTo>
                    <a:pt x="296" y="1"/>
                  </a:moveTo>
                  <a:lnTo>
                    <a:pt x="0" y="983"/>
                  </a:lnTo>
                  <a:lnTo>
                    <a:pt x="36611" y="12181"/>
                  </a:lnTo>
                  <a:lnTo>
                    <a:pt x="36907" y="11186"/>
                  </a:lnTo>
                  <a:lnTo>
                    <a:pt x="2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4"/>
            <p:cNvSpPr/>
            <p:nvPr/>
          </p:nvSpPr>
          <p:spPr>
            <a:xfrm>
              <a:off x="7732254" y="1665130"/>
              <a:ext cx="54624" cy="42898"/>
            </a:xfrm>
            <a:custGeom>
              <a:rect b="b" l="l" r="r" t="t"/>
              <a:pathLst>
                <a:path extrusionOk="0" h="1339" w="1705">
                  <a:moveTo>
                    <a:pt x="1421" y="1"/>
                  </a:moveTo>
                  <a:lnTo>
                    <a:pt x="1125" y="960"/>
                  </a:lnTo>
                  <a:lnTo>
                    <a:pt x="95" y="640"/>
                  </a:lnTo>
                  <a:lnTo>
                    <a:pt x="1" y="924"/>
                  </a:lnTo>
                  <a:lnTo>
                    <a:pt x="1314" y="1338"/>
                  </a:lnTo>
                  <a:lnTo>
                    <a:pt x="1705" y="95"/>
                  </a:lnTo>
                  <a:lnTo>
                    <a:pt x="142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4"/>
            <p:cNvSpPr/>
            <p:nvPr/>
          </p:nvSpPr>
          <p:spPr>
            <a:xfrm>
              <a:off x="6636316" y="1351131"/>
              <a:ext cx="1097477" cy="339053"/>
            </a:xfrm>
            <a:custGeom>
              <a:rect b="b" l="l" r="r" t="t"/>
              <a:pathLst>
                <a:path extrusionOk="0" h="10583" w="34256">
                  <a:moveTo>
                    <a:pt x="0" y="1"/>
                  </a:moveTo>
                  <a:lnTo>
                    <a:pt x="34256" y="10583"/>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4"/>
            <p:cNvSpPr/>
            <p:nvPr/>
          </p:nvSpPr>
          <p:spPr>
            <a:xfrm>
              <a:off x="6635162" y="1346966"/>
              <a:ext cx="1100168" cy="348152"/>
            </a:xfrm>
            <a:custGeom>
              <a:rect b="b" l="l" r="r" t="t"/>
              <a:pathLst>
                <a:path extrusionOk="0" h="10867" w="34340">
                  <a:moveTo>
                    <a:pt x="84" y="1"/>
                  </a:moveTo>
                  <a:lnTo>
                    <a:pt x="1" y="273"/>
                  </a:lnTo>
                  <a:lnTo>
                    <a:pt x="34256" y="10867"/>
                  </a:lnTo>
                  <a:lnTo>
                    <a:pt x="34339" y="10583"/>
                  </a:lnTo>
                  <a:lnTo>
                    <a:pt x="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4"/>
            <p:cNvSpPr/>
            <p:nvPr/>
          </p:nvSpPr>
          <p:spPr>
            <a:xfrm>
              <a:off x="6551833" y="1204303"/>
              <a:ext cx="274113" cy="198088"/>
            </a:xfrm>
            <a:custGeom>
              <a:rect b="b" l="l" r="r" t="t"/>
              <a:pathLst>
                <a:path extrusionOk="0" h="6183" w="8556">
                  <a:moveTo>
                    <a:pt x="3569" y="0"/>
                  </a:moveTo>
                  <a:cubicBezTo>
                    <a:pt x="1755" y="0"/>
                    <a:pt x="1" y="762"/>
                    <a:pt x="164" y="1731"/>
                  </a:cubicBezTo>
                  <a:cubicBezTo>
                    <a:pt x="495" y="3646"/>
                    <a:pt x="672" y="4629"/>
                    <a:pt x="1012" y="4822"/>
                  </a:cubicBezTo>
                  <a:lnTo>
                    <a:pt x="1012" y="4822"/>
                  </a:lnTo>
                  <a:cubicBezTo>
                    <a:pt x="877" y="5449"/>
                    <a:pt x="815" y="5995"/>
                    <a:pt x="980" y="6075"/>
                  </a:cubicBezTo>
                  <a:cubicBezTo>
                    <a:pt x="992" y="6081"/>
                    <a:pt x="1004" y="6084"/>
                    <a:pt x="1017" y="6084"/>
                  </a:cubicBezTo>
                  <a:cubicBezTo>
                    <a:pt x="1071" y="6084"/>
                    <a:pt x="1140" y="6038"/>
                    <a:pt x="1220" y="5957"/>
                  </a:cubicBezTo>
                  <a:lnTo>
                    <a:pt x="1220" y="5957"/>
                  </a:lnTo>
                  <a:cubicBezTo>
                    <a:pt x="1189" y="6096"/>
                    <a:pt x="1206" y="6178"/>
                    <a:pt x="1288" y="6182"/>
                  </a:cubicBezTo>
                  <a:cubicBezTo>
                    <a:pt x="1298" y="6182"/>
                    <a:pt x="1308" y="6182"/>
                    <a:pt x="1317" y="6182"/>
                  </a:cubicBezTo>
                  <a:cubicBezTo>
                    <a:pt x="2592" y="6182"/>
                    <a:pt x="4224" y="3152"/>
                    <a:pt x="4224" y="3152"/>
                  </a:cubicBezTo>
                  <a:cubicBezTo>
                    <a:pt x="4224" y="3152"/>
                    <a:pt x="4268" y="5134"/>
                    <a:pt x="4714" y="5134"/>
                  </a:cubicBezTo>
                  <a:cubicBezTo>
                    <a:pt x="4727" y="5134"/>
                    <a:pt x="4742" y="5132"/>
                    <a:pt x="4756" y="5128"/>
                  </a:cubicBezTo>
                  <a:cubicBezTo>
                    <a:pt x="5253" y="5010"/>
                    <a:pt x="5585" y="3199"/>
                    <a:pt x="5585" y="3199"/>
                  </a:cubicBezTo>
                  <a:cubicBezTo>
                    <a:pt x="5585" y="3199"/>
                    <a:pt x="8556" y="2808"/>
                    <a:pt x="6496" y="938"/>
                  </a:cubicBezTo>
                  <a:cubicBezTo>
                    <a:pt x="5765" y="273"/>
                    <a:pt x="4656" y="0"/>
                    <a:pt x="3569" y="0"/>
                  </a:cubicBez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4"/>
            <p:cNvSpPr/>
            <p:nvPr/>
          </p:nvSpPr>
          <p:spPr>
            <a:xfrm>
              <a:off x="6677420" y="1305253"/>
              <a:ext cx="53342" cy="72629"/>
            </a:xfrm>
            <a:custGeom>
              <a:rect b="b" l="l" r="r" t="t"/>
              <a:pathLst>
                <a:path extrusionOk="0" h="2267" w="1665">
                  <a:moveTo>
                    <a:pt x="304" y="1"/>
                  </a:moveTo>
                  <a:lnTo>
                    <a:pt x="304" y="1"/>
                  </a:lnTo>
                  <a:cubicBezTo>
                    <a:pt x="304" y="1"/>
                    <a:pt x="1" y="2267"/>
                    <a:pt x="443" y="2267"/>
                  </a:cubicBezTo>
                  <a:cubicBezTo>
                    <a:pt x="455" y="2267"/>
                    <a:pt x="468" y="2265"/>
                    <a:pt x="481" y="2262"/>
                  </a:cubicBezTo>
                  <a:cubicBezTo>
                    <a:pt x="978" y="2143"/>
                    <a:pt x="1665" y="48"/>
                    <a:pt x="1665" y="48"/>
                  </a:cubicBezTo>
                  <a:lnTo>
                    <a:pt x="304" y="1"/>
                  </a:ln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4"/>
            <p:cNvSpPr/>
            <p:nvPr/>
          </p:nvSpPr>
          <p:spPr>
            <a:xfrm>
              <a:off x="6758410" y="1292374"/>
              <a:ext cx="19383" cy="37324"/>
            </a:xfrm>
            <a:custGeom>
              <a:rect b="b" l="l" r="r" t="t"/>
              <a:pathLst>
                <a:path extrusionOk="0" h="1165" w="605">
                  <a:moveTo>
                    <a:pt x="522" y="0"/>
                  </a:moveTo>
                  <a:cubicBezTo>
                    <a:pt x="451" y="0"/>
                    <a:pt x="368" y="273"/>
                    <a:pt x="238" y="568"/>
                  </a:cubicBezTo>
                  <a:cubicBezTo>
                    <a:pt x="119" y="864"/>
                    <a:pt x="1" y="1113"/>
                    <a:pt x="60" y="1160"/>
                  </a:cubicBezTo>
                  <a:cubicBezTo>
                    <a:pt x="64" y="1163"/>
                    <a:pt x="68" y="1164"/>
                    <a:pt x="74" y="1164"/>
                  </a:cubicBezTo>
                  <a:cubicBezTo>
                    <a:pt x="141" y="1164"/>
                    <a:pt x="342" y="968"/>
                    <a:pt x="462" y="651"/>
                  </a:cubicBezTo>
                  <a:cubicBezTo>
                    <a:pt x="605" y="320"/>
                    <a:pt x="581" y="12"/>
                    <a:pt x="5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4"/>
            <p:cNvSpPr/>
            <p:nvPr/>
          </p:nvSpPr>
          <p:spPr>
            <a:xfrm>
              <a:off x="6718235" y="1286255"/>
              <a:ext cx="23900" cy="61544"/>
            </a:xfrm>
            <a:custGeom>
              <a:rect b="b" l="l" r="r" t="t"/>
              <a:pathLst>
                <a:path extrusionOk="0" h="1921" w="746">
                  <a:moveTo>
                    <a:pt x="681" y="1"/>
                  </a:moveTo>
                  <a:cubicBezTo>
                    <a:pt x="613" y="1"/>
                    <a:pt x="374" y="385"/>
                    <a:pt x="213" y="913"/>
                  </a:cubicBezTo>
                  <a:cubicBezTo>
                    <a:pt x="47" y="1446"/>
                    <a:pt x="0" y="1908"/>
                    <a:pt x="71" y="1919"/>
                  </a:cubicBezTo>
                  <a:cubicBezTo>
                    <a:pt x="73" y="1920"/>
                    <a:pt x="75" y="1920"/>
                    <a:pt x="77" y="1920"/>
                  </a:cubicBezTo>
                  <a:cubicBezTo>
                    <a:pt x="150" y="1920"/>
                    <a:pt x="289" y="1503"/>
                    <a:pt x="450" y="984"/>
                  </a:cubicBezTo>
                  <a:cubicBezTo>
                    <a:pt x="627" y="464"/>
                    <a:pt x="746" y="26"/>
                    <a:pt x="687" y="2"/>
                  </a:cubicBezTo>
                  <a:cubicBezTo>
                    <a:pt x="685" y="1"/>
                    <a:pt x="683" y="1"/>
                    <a:pt x="6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4"/>
            <p:cNvSpPr/>
            <p:nvPr/>
          </p:nvSpPr>
          <p:spPr>
            <a:xfrm>
              <a:off x="6679150" y="1265751"/>
              <a:ext cx="23932" cy="61576"/>
            </a:xfrm>
            <a:custGeom>
              <a:rect b="b" l="l" r="r" t="t"/>
              <a:pathLst>
                <a:path extrusionOk="0" h="1922" w="747">
                  <a:moveTo>
                    <a:pt x="667" y="1"/>
                  </a:moveTo>
                  <a:cubicBezTo>
                    <a:pt x="597" y="1"/>
                    <a:pt x="373" y="392"/>
                    <a:pt x="214" y="914"/>
                  </a:cubicBezTo>
                  <a:cubicBezTo>
                    <a:pt x="48" y="1447"/>
                    <a:pt x="1" y="1908"/>
                    <a:pt x="60" y="1920"/>
                  </a:cubicBezTo>
                  <a:cubicBezTo>
                    <a:pt x="62" y="1921"/>
                    <a:pt x="64" y="1921"/>
                    <a:pt x="66" y="1921"/>
                  </a:cubicBezTo>
                  <a:cubicBezTo>
                    <a:pt x="139" y="1921"/>
                    <a:pt x="289" y="1493"/>
                    <a:pt x="451" y="985"/>
                  </a:cubicBezTo>
                  <a:cubicBezTo>
                    <a:pt x="616" y="453"/>
                    <a:pt x="747" y="26"/>
                    <a:pt x="676" y="3"/>
                  </a:cubicBezTo>
                  <a:cubicBezTo>
                    <a:pt x="673" y="1"/>
                    <a:pt x="670" y="1"/>
                    <a:pt x="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4"/>
            <p:cNvSpPr/>
            <p:nvPr/>
          </p:nvSpPr>
          <p:spPr>
            <a:xfrm>
              <a:off x="6593097" y="1269179"/>
              <a:ext cx="68656" cy="128663"/>
            </a:xfrm>
            <a:custGeom>
              <a:rect b="b" l="l" r="r" t="t"/>
              <a:pathLst>
                <a:path extrusionOk="0" h="4016" w="2143">
                  <a:moveTo>
                    <a:pt x="2088" y="0"/>
                  </a:moveTo>
                  <a:cubicBezTo>
                    <a:pt x="2042" y="0"/>
                    <a:pt x="1882" y="197"/>
                    <a:pt x="1669" y="511"/>
                  </a:cubicBezTo>
                  <a:cubicBezTo>
                    <a:pt x="1385" y="961"/>
                    <a:pt x="1113" y="1423"/>
                    <a:pt x="888" y="1908"/>
                  </a:cubicBezTo>
                  <a:cubicBezTo>
                    <a:pt x="343" y="3032"/>
                    <a:pt x="0" y="3979"/>
                    <a:pt x="59" y="4015"/>
                  </a:cubicBezTo>
                  <a:cubicBezTo>
                    <a:pt x="60" y="4015"/>
                    <a:pt x="61" y="4015"/>
                    <a:pt x="62" y="4015"/>
                  </a:cubicBezTo>
                  <a:cubicBezTo>
                    <a:pt x="130" y="4015"/>
                    <a:pt x="563" y="3113"/>
                    <a:pt x="1089" y="2015"/>
                  </a:cubicBezTo>
                  <a:cubicBezTo>
                    <a:pt x="1634" y="902"/>
                    <a:pt x="2142" y="38"/>
                    <a:pt x="2095" y="2"/>
                  </a:cubicBezTo>
                  <a:cubicBezTo>
                    <a:pt x="2093" y="1"/>
                    <a:pt x="2091" y="0"/>
                    <a:pt x="20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4"/>
            <p:cNvSpPr/>
            <p:nvPr/>
          </p:nvSpPr>
          <p:spPr>
            <a:xfrm>
              <a:off x="6576790" y="1249508"/>
              <a:ext cx="29218" cy="101655"/>
            </a:xfrm>
            <a:custGeom>
              <a:rect b="b" l="l" r="r" t="t"/>
              <a:pathLst>
                <a:path extrusionOk="0" h="3173" w="912">
                  <a:moveTo>
                    <a:pt x="838" y="0"/>
                  </a:moveTo>
                  <a:cubicBezTo>
                    <a:pt x="781" y="0"/>
                    <a:pt x="446" y="655"/>
                    <a:pt x="225" y="1528"/>
                  </a:cubicBezTo>
                  <a:cubicBezTo>
                    <a:pt x="0" y="2415"/>
                    <a:pt x="0" y="3173"/>
                    <a:pt x="71" y="3173"/>
                  </a:cubicBezTo>
                  <a:cubicBezTo>
                    <a:pt x="142" y="3173"/>
                    <a:pt x="249" y="2451"/>
                    <a:pt x="462" y="1587"/>
                  </a:cubicBezTo>
                  <a:cubicBezTo>
                    <a:pt x="675" y="723"/>
                    <a:pt x="911" y="36"/>
                    <a:pt x="840" y="1"/>
                  </a:cubicBezTo>
                  <a:cubicBezTo>
                    <a:pt x="840" y="0"/>
                    <a:pt x="839" y="0"/>
                    <a:pt x="8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4"/>
            <p:cNvSpPr/>
            <p:nvPr/>
          </p:nvSpPr>
          <p:spPr>
            <a:xfrm>
              <a:off x="8198688" y="921252"/>
              <a:ext cx="380766" cy="371539"/>
            </a:xfrm>
            <a:custGeom>
              <a:rect b="b" l="l" r="r" t="t"/>
              <a:pathLst>
                <a:path extrusionOk="0" h="11597" w="11885">
                  <a:moveTo>
                    <a:pt x="3131" y="0"/>
                  </a:moveTo>
                  <a:cubicBezTo>
                    <a:pt x="3100" y="0"/>
                    <a:pt x="3071" y="3"/>
                    <a:pt x="3043" y="8"/>
                  </a:cubicBezTo>
                  <a:cubicBezTo>
                    <a:pt x="1906" y="221"/>
                    <a:pt x="1" y="2127"/>
                    <a:pt x="427" y="2269"/>
                  </a:cubicBezTo>
                  <a:cubicBezTo>
                    <a:pt x="462" y="2281"/>
                    <a:pt x="505" y="2286"/>
                    <a:pt x="554" y="2286"/>
                  </a:cubicBezTo>
                  <a:cubicBezTo>
                    <a:pt x="1089" y="2286"/>
                    <a:pt x="2332" y="1630"/>
                    <a:pt x="2333" y="1630"/>
                  </a:cubicBezTo>
                  <a:lnTo>
                    <a:pt x="2333" y="1630"/>
                  </a:lnTo>
                  <a:cubicBezTo>
                    <a:pt x="2332" y="1630"/>
                    <a:pt x="735" y="4210"/>
                    <a:pt x="1054" y="4766"/>
                  </a:cubicBezTo>
                  <a:cubicBezTo>
                    <a:pt x="1088" y="4828"/>
                    <a:pt x="1136" y="4856"/>
                    <a:pt x="1192" y="4856"/>
                  </a:cubicBezTo>
                  <a:cubicBezTo>
                    <a:pt x="1525" y="4856"/>
                    <a:pt x="2189" y="3916"/>
                    <a:pt x="2523" y="3411"/>
                  </a:cubicBezTo>
                  <a:lnTo>
                    <a:pt x="2523" y="3411"/>
                  </a:lnTo>
                  <a:cubicBezTo>
                    <a:pt x="2020" y="4205"/>
                    <a:pt x="775" y="6238"/>
                    <a:pt x="1186" y="6238"/>
                  </a:cubicBezTo>
                  <a:cubicBezTo>
                    <a:pt x="1196" y="6238"/>
                    <a:pt x="1208" y="6237"/>
                    <a:pt x="1220" y="6234"/>
                  </a:cubicBezTo>
                  <a:cubicBezTo>
                    <a:pt x="1847" y="6092"/>
                    <a:pt x="2794" y="4424"/>
                    <a:pt x="2794" y="4423"/>
                  </a:cubicBezTo>
                  <a:lnTo>
                    <a:pt x="2794" y="4423"/>
                  </a:lnTo>
                  <a:cubicBezTo>
                    <a:pt x="2794" y="4424"/>
                    <a:pt x="2202" y="6305"/>
                    <a:pt x="2581" y="6506"/>
                  </a:cubicBezTo>
                  <a:cubicBezTo>
                    <a:pt x="2603" y="6519"/>
                    <a:pt x="2627" y="6525"/>
                    <a:pt x="2652" y="6525"/>
                  </a:cubicBezTo>
                  <a:cubicBezTo>
                    <a:pt x="3052" y="6525"/>
                    <a:pt x="3765" y="5015"/>
                    <a:pt x="3765" y="5015"/>
                  </a:cubicBezTo>
                  <a:cubicBezTo>
                    <a:pt x="3765" y="5015"/>
                    <a:pt x="4096" y="8590"/>
                    <a:pt x="7410" y="8850"/>
                  </a:cubicBezTo>
                  <a:lnTo>
                    <a:pt x="9778" y="11596"/>
                  </a:lnTo>
                  <a:lnTo>
                    <a:pt x="11885" y="9738"/>
                  </a:lnTo>
                  <a:lnTo>
                    <a:pt x="7292" y="3973"/>
                  </a:lnTo>
                  <a:cubicBezTo>
                    <a:pt x="7292" y="3973"/>
                    <a:pt x="4332" y="0"/>
                    <a:pt x="3131" y="0"/>
                  </a:cubicBezTo>
                  <a:close/>
                </a:path>
              </a:pathLst>
            </a:custGeom>
            <a:solidFill>
              <a:srgbClr val="D861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4"/>
            <p:cNvSpPr/>
            <p:nvPr/>
          </p:nvSpPr>
          <p:spPr>
            <a:xfrm>
              <a:off x="8251774" y="993496"/>
              <a:ext cx="83105" cy="71027"/>
            </a:xfrm>
            <a:custGeom>
              <a:rect b="b" l="l" r="r" t="t"/>
              <a:pathLst>
                <a:path extrusionOk="0" h="2217" w="2594">
                  <a:moveTo>
                    <a:pt x="1936" y="1"/>
                  </a:moveTo>
                  <a:cubicBezTo>
                    <a:pt x="1898" y="1"/>
                    <a:pt x="1860" y="5"/>
                    <a:pt x="1824" y="14"/>
                  </a:cubicBezTo>
                  <a:cubicBezTo>
                    <a:pt x="1705" y="38"/>
                    <a:pt x="1599" y="85"/>
                    <a:pt x="1504" y="156"/>
                  </a:cubicBezTo>
                  <a:cubicBezTo>
                    <a:pt x="1409" y="227"/>
                    <a:pt x="1327" y="310"/>
                    <a:pt x="1244" y="404"/>
                  </a:cubicBezTo>
                  <a:cubicBezTo>
                    <a:pt x="1161" y="487"/>
                    <a:pt x="1078" y="570"/>
                    <a:pt x="995" y="665"/>
                  </a:cubicBezTo>
                  <a:cubicBezTo>
                    <a:pt x="332" y="1434"/>
                    <a:pt x="1" y="2192"/>
                    <a:pt x="60" y="2215"/>
                  </a:cubicBezTo>
                  <a:cubicBezTo>
                    <a:pt x="61" y="2216"/>
                    <a:pt x="63" y="2217"/>
                    <a:pt x="65" y="2217"/>
                  </a:cubicBezTo>
                  <a:cubicBezTo>
                    <a:pt x="140" y="2217"/>
                    <a:pt x="549" y="1546"/>
                    <a:pt x="1173" y="831"/>
                  </a:cubicBezTo>
                  <a:cubicBezTo>
                    <a:pt x="1327" y="653"/>
                    <a:pt x="1480" y="487"/>
                    <a:pt x="1646" y="333"/>
                  </a:cubicBezTo>
                  <a:cubicBezTo>
                    <a:pt x="1745" y="235"/>
                    <a:pt x="1868" y="185"/>
                    <a:pt x="2002" y="185"/>
                  </a:cubicBezTo>
                  <a:cubicBezTo>
                    <a:pt x="2029" y="185"/>
                    <a:pt x="2056" y="187"/>
                    <a:pt x="2084" y="191"/>
                  </a:cubicBezTo>
                  <a:cubicBezTo>
                    <a:pt x="2202" y="203"/>
                    <a:pt x="2321" y="239"/>
                    <a:pt x="2439" y="286"/>
                  </a:cubicBezTo>
                  <a:cubicBezTo>
                    <a:pt x="2500" y="303"/>
                    <a:pt x="2548" y="314"/>
                    <a:pt x="2569" y="314"/>
                  </a:cubicBezTo>
                  <a:cubicBezTo>
                    <a:pt x="2577" y="314"/>
                    <a:pt x="2581" y="313"/>
                    <a:pt x="2581" y="310"/>
                  </a:cubicBezTo>
                  <a:cubicBezTo>
                    <a:pt x="2593" y="298"/>
                    <a:pt x="2558" y="262"/>
                    <a:pt x="2475" y="203"/>
                  </a:cubicBezTo>
                  <a:cubicBezTo>
                    <a:pt x="2368" y="120"/>
                    <a:pt x="2250" y="61"/>
                    <a:pt x="2120" y="26"/>
                  </a:cubicBezTo>
                  <a:cubicBezTo>
                    <a:pt x="2061" y="11"/>
                    <a:pt x="1998" y="1"/>
                    <a:pt x="1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4"/>
            <p:cNvSpPr/>
            <p:nvPr/>
          </p:nvSpPr>
          <p:spPr>
            <a:xfrm>
              <a:off x="8276443" y="1041777"/>
              <a:ext cx="57283" cy="37548"/>
            </a:xfrm>
            <a:custGeom>
              <a:rect b="b" l="l" r="r" t="t"/>
              <a:pathLst>
                <a:path extrusionOk="0" h="1172" w="1788">
                  <a:moveTo>
                    <a:pt x="1340" y="1"/>
                  </a:moveTo>
                  <a:cubicBezTo>
                    <a:pt x="1264" y="1"/>
                    <a:pt x="1189" y="13"/>
                    <a:pt x="1113" y="34"/>
                  </a:cubicBezTo>
                  <a:cubicBezTo>
                    <a:pt x="959" y="81"/>
                    <a:pt x="817" y="152"/>
                    <a:pt x="699" y="247"/>
                  </a:cubicBezTo>
                  <a:cubicBezTo>
                    <a:pt x="474" y="401"/>
                    <a:pt x="284" y="602"/>
                    <a:pt x="142" y="839"/>
                  </a:cubicBezTo>
                  <a:cubicBezTo>
                    <a:pt x="36" y="1016"/>
                    <a:pt x="0" y="1146"/>
                    <a:pt x="36" y="1170"/>
                  </a:cubicBezTo>
                  <a:cubicBezTo>
                    <a:pt x="37" y="1171"/>
                    <a:pt x="39" y="1171"/>
                    <a:pt x="41" y="1171"/>
                  </a:cubicBezTo>
                  <a:cubicBezTo>
                    <a:pt x="109" y="1171"/>
                    <a:pt x="369" y="770"/>
                    <a:pt x="841" y="436"/>
                  </a:cubicBezTo>
                  <a:cubicBezTo>
                    <a:pt x="1018" y="282"/>
                    <a:pt x="1243" y="188"/>
                    <a:pt x="1480" y="188"/>
                  </a:cubicBezTo>
                  <a:cubicBezTo>
                    <a:pt x="1632" y="188"/>
                    <a:pt x="1723" y="240"/>
                    <a:pt x="1761" y="240"/>
                  </a:cubicBezTo>
                  <a:cubicBezTo>
                    <a:pt x="1767" y="240"/>
                    <a:pt x="1772" y="238"/>
                    <a:pt x="1776" y="235"/>
                  </a:cubicBezTo>
                  <a:cubicBezTo>
                    <a:pt x="1788" y="235"/>
                    <a:pt x="1776" y="200"/>
                    <a:pt x="1740" y="152"/>
                  </a:cubicBezTo>
                  <a:cubicBezTo>
                    <a:pt x="1681" y="81"/>
                    <a:pt x="1598" y="46"/>
                    <a:pt x="1503" y="22"/>
                  </a:cubicBezTo>
                  <a:cubicBezTo>
                    <a:pt x="1449" y="7"/>
                    <a:pt x="1394" y="1"/>
                    <a:pt x="13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4"/>
            <p:cNvSpPr/>
            <p:nvPr/>
          </p:nvSpPr>
          <p:spPr>
            <a:xfrm>
              <a:off x="8266576" y="950502"/>
              <a:ext cx="56546" cy="28033"/>
            </a:xfrm>
            <a:custGeom>
              <a:rect b="b" l="l" r="r" t="t"/>
              <a:pathLst>
                <a:path extrusionOk="0" h="875" w="1765">
                  <a:moveTo>
                    <a:pt x="1031" y="0"/>
                  </a:moveTo>
                  <a:cubicBezTo>
                    <a:pt x="938" y="0"/>
                    <a:pt x="844" y="15"/>
                    <a:pt x="758" y="42"/>
                  </a:cubicBezTo>
                  <a:cubicBezTo>
                    <a:pt x="616" y="89"/>
                    <a:pt x="486" y="172"/>
                    <a:pt x="367" y="279"/>
                  </a:cubicBezTo>
                  <a:cubicBezTo>
                    <a:pt x="285" y="362"/>
                    <a:pt x="214" y="456"/>
                    <a:pt x="142" y="563"/>
                  </a:cubicBezTo>
                  <a:cubicBezTo>
                    <a:pt x="36" y="740"/>
                    <a:pt x="0" y="847"/>
                    <a:pt x="24" y="871"/>
                  </a:cubicBezTo>
                  <a:cubicBezTo>
                    <a:pt x="28" y="873"/>
                    <a:pt x="32" y="874"/>
                    <a:pt x="37" y="874"/>
                  </a:cubicBezTo>
                  <a:cubicBezTo>
                    <a:pt x="77" y="874"/>
                    <a:pt x="157" y="786"/>
                    <a:pt x="285" y="669"/>
                  </a:cubicBezTo>
                  <a:cubicBezTo>
                    <a:pt x="427" y="492"/>
                    <a:pt x="628" y="362"/>
                    <a:pt x="841" y="267"/>
                  </a:cubicBezTo>
                  <a:cubicBezTo>
                    <a:pt x="910" y="244"/>
                    <a:pt x="983" y="231"/>
                    <a:pt x="1059" y="231"/>
                  </a:cubicBezTo>
                  <a:cubicBezTo>
                    <a:pt x="1100" y="231"/>
                    <a:pt x="1142" y="235"/>
                    <a:pt x="1184" y="243"/>
                  </a:cubicBezTo>
                  <a:cubicBezTo>
                    <a:pt x="1279" y="267"/>
                    <a:pt x="1374" y="314"/>
                    <a:pt x="1456" y="373"/>
                  </a:cubicBezTo>
                  <a:cubicBezTo>
                    <a:pt x="1590" y="456"/>
                    <a:pt x="1688" y="520"/>
                    <a:pt x="1727" y="520"/>
                  </a:cubicBezTo>
                  <a:cubicBezTo>
                    <a:pt x="1733" y="520"/>
                    <a:pt x="1737" y="519"/>
                    <a:pt x="1740" y="515"/>
                  </a:cubicBezTo>
                  <a:cubicBezTo>
                    <a:pt x="1764" y="492"/>
                    <a:pt x="1705" y="385"/>
                    <a:pt x="1563" y="231"/>
                  </a:cubicBezTo>
                  <a:cubicBezTo>
                    <a:pt x="1468" y="149"/>
                    <a:pt x="1362" y="78"/>
                    <a:pt x="1243" y="30"/>
                  </a:cubicBezTo>
                  <a:cubicBezTo>
                    <a:pt x="1176" y="9"/>
                    <a:pt x="1104"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4" name="Google Shape;874;p44"/>
          <p:cNvSpPr/>
          <p:nvPr/>
        </p:nvSpPr>
        <p:spPr>
          <a:xfrm>
            <a:off x="638677" y="1024432"/>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4"/>
          <p:cNvSpPr/>
          <p:nvPr/>
        </p:nvSpPr>
        <p:spPr>
          <a:xfrm>
            <a:off x="665195" y="4247874"/>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4"/>
          <p:cNvSpPr/>
          <p:nvPr/>
        </p:nvSpPr>
        <p:spPr>
          <a:xfrm rot="3600041">
            <a:off x="4169267" y="4056686"/>
            <a:ext cx="239890" cy="456827"/>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4"/>
          <p:cNvSpPr/>
          <p:nvPr/>
        </p:nvSpPr>
        <p:spPr>
          <a:xfrm>
            <a:off x="5752962" y="6747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4"/>
          <p:cNvSpPr/>
          <p:nvPr/>
        </p:nvSpPr>
        <p:spPr>
          <a:xfrm>
            <a:off x="4547012" y="31774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4"/>
          <p:cNvSpPr txBox="1"/>
          <p:nvPr>
            <p:ph idx="429496729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45"/>
          <p:cNvSpPr txBox="1"/>
          <p:nvPr>
            <p:ph idx="9"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Line Chart</a:t>
            </a:r>
            <a:endParaRPr/>
          </a:p>
        </p:txBody>
      </p:sp>
      <p:sp>
        <p:nvSpPr>
          <p:cNvPr id="885" name="Google Shape;885;p45"/>
          <p:cNvSpPr txBox="1"/>
          <p:nvPr>
            <p:ph idx="2" type="subTitle"/>
          </p:nvPr>
        </p:nvSpPr>
        <p:spPr>
          <a:xfrm>
            <a:off x="1636715" y="1365828"/>
            <a:ext cx="7116300" cy="32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How have the different genres evolved from 2000 to 2023?</a:t>
            </a:r>
            <a:endParaRPr sz="1400"/>
          </a:p>
        </p:txBody>
      </p:sp>
      <p:pic>
        <p:nvPicPr>
          <p:cNvPr id="886" name="Google Shape;886;p45"/>
          <p:cNvPicPr preferRelativeResize="0"/>
          <p:nvPr/>
        </p:nvPicPr>
        <p:blipFill rotWithShape="1">
          <a:blip r:embed="rId3">
            <a:alphaModFix/>
          </a:blip>
          <a:srcRect b="-3140" l="0" r="0" t="3139"/>
          <a:stretch/>
        </p:blipFill>
        <p:spPr>
          <a:xfrm>
            <a:off x="1131600" y="1239723"/>
            <a:ext cx="470676" cy="470723"/>
          </a:xfrm>
          <a:prstGeom prst="rect">
            <a:avLst/>
          </a:prstGeom>
          <a:noFill/>
          <a:ln cap="rnd" cmpd="sng" w="38100">
            <a:solidFill>
              <a:schemeClr val="accent3"/>
            </a:solidFill>
            <a:prstDash val="solid"/>
            <a:round/>
            <a:headEnd len="sm" w="sm" type="none"/>
            <a:tailEnd len="sm" w="sm" type="none"/>
          </a:ln>
        </p:spPr>
      </p:pic>
      <p:sp>
        <p:nvSpPr>
          <p:cNvPr id="887" name="Google Shape;887;p45"/>
          <p:cNvSpPr txBox="1"/>
          <p:nvPr>
            <p:ph idx="429496729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7</a:t>
            </a:r>
            <a:endParaRPr/>
          </a:p>
        </p:txBody>
      </p:sp>
      <p:pic>
        <p:nvPicPr>
          <p:cNvPr id="888" name="Google Shape;888;p45"/>
          <p:cNvPicPr preferRelativeResize="0"/>
          <p:nvPr/>
        </p:nvPicPr>
        <p:blipFill>
          <a:blip r:embed="rId4">
            <a:alphaModFix/>
          </a:blip>
          <a:stretch>
            <a:fillRect/>
          </a:stretch>
        </p:blipFill>
        <p:spPr>
          <a:xfrm>
            <a:off x="1174150" y="1838425"/>
            <a:ext cx="6930252" cy="2963651"/>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46"/>
          <p:cNvSpPr txBox="1"/>
          <p:nvPr>
            <p:ph idx="9"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Radar Chart</a:t>
            </a:r>
            <a:endParaRPr/>
          </a:p>
        </p:txBody>
      </p:sp>
      <p:sp>
        <p:nvSpPr>
          <p:cNvPr id="894" name="Google Shape;894;p46"/>
          <p:cNvSpPr txBox="1"/>
          <p:nvPr>
            <p:ph idx="2" type="subTitle"/>
          </p:nvPr>
        </p:nvSpPr>
        <p:spPr>
          <a:xfrm>
            <a:off x="1636715" y="1365828"/>
            <a:ext cx="7116300" cy="32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What are the distinct audio characteristic profiles for different artists?</a:t>
            </a:r>
            <a:endParaRPr sz="1400"/>
          </a:p>
        </p:txBody>
      </p:sp>
      <p:pic>
        <p:nvPicPr>
          <p:cNvPr id="895" name="Google Shape;895;p46"/>
          <p:cNvPicPr preferRelativeResize="0"/>
          <p:nvPr/>
        </p:nvPicPr>
        <p:blipFill rotWithShape="1">
          <a:blip r:embed="rId3">
            <a:alphaModFix/>
          </a:blip>
          <a:srcRect b="-3140" l="0" r="0" t="3139"/>
          <a:stretch/>
        </p:blipFill>
        <p:spPr>
          <a:xfrm>
            <a:off x="1131600" y="1239723"/>
            <a:ext cx="470676" cy="470723"/>
          </a:xfrm>
          <a:prstGeom prst="rect">
            <a:avLst/>
          </a:prstGeom>
          <a:noFill/>
          <a:ln cap="rnd" cmpd="sng" w="38100">
            <a:solidFill>
              <a:schemeClr val="accent3"/>
            </a:solidFill>
            <a:prstDash val="solid"/>
            <a:round/>
            <a:headEnd len="sm" w="sm" type="none"/>
            <a:tailEnd len="sm" w="sm" type="none"/>
          </a:ln>
        </p:spPr>
      </p:pic>
      <p:pic>
        <p:nvPicPr>
          <p:cNvPr id="896" name="Google Shape;896;p46"/>
          <p:cNvPicPr preferRelativeResize="0"/>
          <p:nvPr/>
        </p:nvPicPr>
        <p:blipFill>
          <a:blip r:embed="rId4">
            <a:alphaModFix/>
          </a:blip>
          <a:stretch>
            <a:fillRect/>
          </a:stretch>
        </p:blipFill>
        <p:spPr>
          <a:xfrm>
            <a:off x="1843363" y="1838075"/>
            <a:ext cx="5457275" cy="3112349"/>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pic>
        <p:nvPicPr>
          <p:cNvPr id="897" name="Google Shape;897;p46"/>
          <p:cNvPicPr preferRelativeResize="0"/>
          <p:nvPr/>
        </p:nvPicPr>
        <p:blipFill>
          <a:blip r:embed="rId5">
            <a:alphaModFix/>
          </a:blip>
          <a:stretch>
            <a:fillRect/>
          </a:stretch>
        </p:blipFill>
        <p:spPr>
          <a:xfrm>
            <a:off x="1131599" y="1239751"/>
            <a:ext cx="470676" cy="470676"/>
          </a:xfrm>
          <a:prstGeom prst="rect">
            <a:avLst/>
          </a:prstGeom>
          <a:noFill/>
          <a:ln cap="flat" cmpd="sng" w="38100">
            <a:solidFill>
              <a:schemeClr val="accent3"/>
            </a:solidFill>
            <a:prstDash val="solid"/>
            <a:round/>
            <a:headEnd len="sm" w="sm" type="none"/>
            <a:tailEnd len="sm" w="sm" type="none"/>
          </a:ln>
        </p:spPr>
      </p:pic>
      <p:sp>
        <p:nvSpPr>
          <p:cNvPr id="898" name="Google Shape;898;p46"/>
          <p:cNvSpPr txBox="1"/>
          <p:nvPr>
            <p:ph idx="429496729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47"/>
          <p:cNvSpPr txBox="1"/>
          <p:nvPr>
            <p:ph idx="9"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Line Chart</a:t>
            </a:r>
            <a:endParaRPr/>
          </a:p>
        </p:txBody>
      </p:sp>
      <p:sp>
        <p:nvSpPr>
          <p:cNvPr id="904" name="Google Shape;904;p47"/>
          <p:cNvSpPr txBox="1"/>
          <p:nvPr>
            <p:ph idx="2" type="subTitle"/>
          </p:nvPr>
        </p:nvSpPr>
        <p:spPr>
          <a:xfrm>
            <a:off x="1724510" y="1193400"/>
            <a:ext cx="8547300" cy="28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How have the overall audio characteristics changed over time?</a:t>
            </a:r>
            <a:endParaRPr sz="1400"/>
          </a:p>
        </p:txBody>
      </p:sp>
      <p:pic>
        <p:nvPicPr>
          <p:cNvPr id="905" name="Google Shape;905;p47"/>
          <p:cNvPicPr preferRelativeResize="0"/>
          <p:nvPr/>
        </p:nvPicPr>
        <p:blipFill rotWithShape="1">
          <a:blip r:embed="rId3">
            <a:alphaModFix/>
          </a:blip>
          <a:srcRect b="-3140" l="0" r="0" t="3139"/>
          <a:stretch/>
        </p:blipFill>
        <p:spPr>
          <a:xfrm>
            <a:off x="830600" y="1193398"/>
            <a:ext cx="470676" cy="470723"/>
          </a:xfrm>
          <a:prstGeom prst="rect">
            <a:avLst/>
          </a:prstGeom>
          <a:noFill/>
          <a:ln cap="rnd" cmpd="sng" w="38100">
            <a:solidFill>
              <a:schemeClr val="accent3"/>
            </a:solidFill>
            <a:prstDash val="solid"/>
            <a:round/>
            <a:headEnd len="sm" w="sm" type="none"/>
            <a:tailEnd len="sm" w="sm" type="none"/>
          </a:ln>
        </p:spPr>
      </p:pic>
      <p:pic>
        <p:nvPicPr>
          <p:cNvPr id="906" name="Google Shape;906;p47"/>
          <p:cNvPicPr preferRelativeResize="0"/>
          <p:nvPr/>
        </p:nvPicPr>
        <p:blipFill>
          <a:blip r:embed="rId4">
            <a:alphaModFix/>
          </a:blip>
          <a:stretch>
            <a:fillRect/>
          </a:stretch>
        </p:blipFill>
        <p:spPr>
          <a:xfrm>
            <a:off x="1817675" y="1822625"/>
            <a:ext cx="5508649" cy="3095951"/>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sp>
        <p:nvSpPr>
          <p:cNvPr id="907" name="Google Shape;907;p47"/>
          <p:cNvSpPr txBox="1"/>
          <p:nvPr>
            <p:ph idx="2" type="subTitle"/>
          </p:nvPr>
        </p:nvSpPr>
        <p:spPr>
          <a:xfrm>
            <a:off x="1724497" y="1481116"/>
            <a:ext cx="7116300" cy="32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t>Are songs becoming more energetic and danceable?</a:t>
            </a:r>
            <a:endParaRPr sz="1400"/>
          </a:p>
        </p:txBody>
      </p:sp>
      <p:pic>
        <p:nvPicPr>
          <p:cNvPr id="908" name="Google Shape;908;p47"/>
          <p:cNvPicPr preferRelativeResize="0"/>
          <p:nvPr/>
        </p:nvPicPr>
        <p:blipFill>
          <a:blip r:embed="rId5">
            <a:alphaModFix/>
          </a:blip>
          <a:stretch>
            <a:fillRect/>
          </a:stretch>
        </p:blipFill>
        <p:spPr>
          <a:xfrm>
            <a:off x="1162674" y="1481252"/>
            <a:ext cx="470676" cy="470676"/>
          </a:xfrm>
          <a:prstGeom prst="rect">
            <a:avLst/>
          </a:prstGeom>
          <a:noFill/>
          <a:ln cap="flat" cmpd="sng" w="38100">
            <a:solidFill>
              <a:schemeClr val="accent3"/>
            </a:solidFill>
            <a:prstDash val="solid"/>
            <a:round/>
            <a:headEnd len="sm" w="sm" type="none"/>
            <a:tailEnd len="sm" w="sm" type="none"/>
          </a:ln>
        </p:spPr>
      </p:pic>
      <p:sp>
        <p:nvSpPr>
          <p:cNvPr id="909" name="Google Shape;909;p47"/>
          <p:cNvSpPr txBox="1"/>
          <p:nvPr>
            <p:ph idx="4294967295" type="subTitle"/>
          </p:nvPr>
        </p:nvSpPr>
        <p:spPr>
          <a:xfrm>
            <a:off x="8783475" y="4902000"/>
            <a:ext cx="293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48"/>
          <p:cNvSpPr txBox="1"/>
          <p:nvPr>
            <p:ph idx="9"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Scatter Plot</a:t>
            </a:r>
            <a:endParaRPr/>
          </a:p>
        </p:txBody>
      </p:sp>
      <p:sp>
        <p:nvSpPr>
          <p:cNvPr id="915" name="Google Shape;915;p48"/>
          <p:cNvSpPr txBox="1"/>
          <p:nvPr>
            <p:ph idx="2" type="subTitle"/>
          </p:nvPr>
        </p:nvSpPr>
        <p:spPr>
          <a:xfrm>
            <a:off x="1513148" y="1365828"/>
            <a:ext cx="7116300" cy="32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How do energy and danceability correlate with song popularity?</a:t>
            </a:r>
            <a:endParaRPr sz="1500"/>
          </a:p>
        </p:txBody>
      </p:sp>
      <p:pic>
        <p:nvPicPr>
          <p:cNvPr id="916" name="Google Shape;916;p48"/>
          <p:cNvPicPr preferRelativeResize="0"/>
          <p:nvPr/>
        </p:nvPicPr>
        <p:blipFill rotWithShape="1">
          <a:blip r:embed="rId3">
            <a:alphaModFix/>
          </a:blip>
          <a:srcRect b="-3140" l="0" r="0" t="3139"/>
          <a:stretch/>
        </p:blipFill>
        <p:spPr>
          <a:xfrm>
            <a:off x="1008033" y="1239723"/>
            <a:ext cx="470676" cy="470723"/>
          </a:xfrm>
          <a:prstGeom prst="rect">
            <a:avLst/>
          </a:prstGeom>
          <a:noFill/>
          <a:ln cap="rnd" cmpd="sng" w="38100">
            <a:solidFill>
              <a:schemeClr val="accent3"/>
            </a:solidFill>
            <a:prstDash val="solid"/>
            <a:round/>
            <a:headEnd len="sm" w="sm" type="none"/>
            <a:tailEnd len="sm" w="sm" type="none"/>
          </a:ln>
        </p:spPr>
      </p:pic>
      <p:pic>
        <p:nvPicPr>
          <p:cNvPr id="917" name="Google Shape;917;p48"/>
          <p:cNvPicPr preferRelativeResize="0"/>
          <p:nvPr/>
        </p:nvPicPr>
        <p:blipFill>
          <a:blip r:embed="rId4">
            <a:alphaModFix/>
          </a:blip>
          <a:stretch>
            <a:fillRect/>
          </a:stretch>
        </p:blipFill>
        <p:spPr>
          <a:xfrm>
            <a:off x="1008031" y="1239751"/>
            <a:ext cx="470676" cy="470676"/>
          </a:xfrm>
          <a:prstGeom prst="rect">
            <a:avLst/>
          </a:prstGeom>
          <a:noFill/>
          <a:ln cap="flat" cmpd="sng" w="38100">
            <a:solidFill>
              <a:schemeClr val="accent3"/>
            </a:solidFill>
            <a:prstDash val="solid"/>
            <a:round/>
            <a:headEnd len="sm" w="sm" type="none"/>
            <a:tailEnd len="sm" w="sm" type="none"/>
          </a:ln>
        </p:spPr>
      </p:pic>
      <p:sp>
        <p:nvSpPr>
          <p:cNvPr id="918" name="Google Shape;918;p48"/>
          <p:cNvSpPr txBox="1"/>
          <p:nvPr>
            <p:ph idx="4294967295" type="subTitle"/>
          </p:nvPr>
        </p:nvSpPr>
        <p:spPr>
          <a:xfrm>
            <a:off x="8606400" y="4902000"/>
            <a:ext cx="470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10</a:t>
            </a:r>
            <a:endParaRPr/>
          </a:p>
        </p:txBody>
      </p:sp>
      <p:pic>
        <p:nvPicPr>
          <p:cNvPr id="919" name="Google Shape;919;p48"/>
          <p:cNvPicPr preferRelativeResize="0"/>
          <p:nvPr/>
        </p:nvPicPr>
        <p:blipFill>
          <a:blip r:embed="rId5">
            <a:alphaModFix/>
          </a:blip>
          <a:stretch>
            <a:fillRect/>
          </a:stretch>
        </p:blipFill>
        <p:spPr>
          <a:xfrm>
            <a:off x="1385325" y="1869625"/>
            <a:ext cx="6561649" cy="2809725"/>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49"/>
          <p:cNvSpPr txBox="1"/>
          <p:nvPr>
            <p:ph idx="9"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Hierarchical Drill-Down</a:t>
            </a:r>
            <a:endParaRPr/>
          </a:p>
        </p:txBody>
      </p:sp>
      <p:sp>
        <p:nvSpPr>
          <p:cNvPr id="925" name="Google Shape;925;p49"/>
          <p:cNvSpPr txBox="1"/>
          <p:nvPr>
            <p:ph idx="2" type="subTitle"/>
          </p:nvPr>
        </p:nvSpPr>
        <p:spPr>
          <a:xfrm>
            <a:off x="1509650" y="1440950"/>
            <a:ext cx="7704000" cy="35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500"/>
              <a:t>How do the audio characteristics of a specific artist evolve across their discography?</a:t>
            </a:r>
            <a:endParaRPr sz="1500"/>
          </a:p>
        </p:txBody>
      </p:sp>
      <p:pic>
        <p:nvPicPr>
          <p:cNvPr id="926" name="Google Shape;926;p49"/>
          <p:cNvPicPr preferRelativeResize="0"/>
          <p:nvPr/>
        </p:nvPicPr>
        <p:blipFill rotWithShape="1">
          <a:blip r:embed="rId3">
            <a:alphaModFix/>
          </a:blip>
          <a:srcRect b="-3140" l="0" r="0" t="3139"/>
          <a:stretch/>
        </p:blipFill>
        <p:spPr>
          <a:xfrm>
            <a:off x="403300" y="1242801"/>
            <a:ext cx="470676" cy="470723"/>
          </a:xfrm>
          <a:prstGeom prst="rect">
            <a:avLst/>
          </a:prstGeom>
          <a:noFill/>
          <a:ln cap="rnd" cmpd="sng" w="38100">
            <a:solidFill>
              <a:schemeClr val="accent3"/>
            </a:solidFill>
            <a:prstDash val="solid"/>
            <a:round/>
            <a:headEnd len="sm" w="sm" type="none"/>
            <a:tailEnd len="sm" w="sm" type="none"/>
          </a:ln>
        </p:spPr>
      </p:pic>
      <p:pic>
        <p:nvPicPr>
          <p:cNvPr id="927" name="Google Shape;927;p49"/>
          <p:cNvPicPr preferRelativeResize="0"/>
          <p:nvPr/>
        </p:nvPicPr>
        <p:blipFill>
          <a:blip r:embed="rId4">
            <a:alphaModFix/>
          </a:blip>
          <a:stretch>
            <a:fillRect/>
          </a:stretch>
        </p:blipFill>
        <p:spPr>
          <a:xfrm>
            <a:off x="735374" y="1530654"/>
            <a:ext cx="470676" cy="470676"/>
          </a:xfrm>
          <a:prstGeom prst="rect">
            <a:avLst/>
          </a:prstGeom>
          <a:noFill/>
          <a:ln cap="flat" cmpd="sng" w="38100">
            <a:solidFill>
              <a:schemeClr val="accent3"/>
            </a:solidFill>
            <a:prstDash val="solid"/>
            <a:round/>
            <a:headEnd len="sm" w="sm" type="none"/>
            <a:tailEnd len="sm" w="sm" type="none"/>
          </a:ln>
        </p:spPr>
      </p:pic>
      <p:pic>
        <p:nvPicPr>
          <p:cNvPr id="928" name="Google Shape;928;p49"/>
          <p:cNvPicPr preferRelativeResize="0"/>
          <p:nvPr/>
        </p:nvPicPr>
        <p:blipFill>
          <a:blip r:embed="rId5">
            <a:alphaModFix/>
          </a:blip>
          <a:stretch>
            <a:fillRect/>
          </a:stretch>
        </p:blipFill>
        <p:spPr>
          <a:xfrm>
            <a:off x="3177100" y="1576600"/>
            <a:ext cx="4030776" cy="3284426"/>
          </a:xfrm>
          <a:prstGeom prst="rect">
            <a:avLst/>
          </a:prstGeom>
          <a:noFill/>
          <a:ln cap="flat" cmpd="sng" w="28575">
            <a:solidFill>
              <a:schemeClr val="accent3"/>
            </a:solidFill>
            <a:prstDash val="solid"/>
            <a:round/>
            <a:headEnd len="sm" w="sm" type="none"/>
            <a:tailEnd len="sm" w="sm" type="none"/>
          </a:ln>
          <a:effectLst>
            <a:outerShdw blurRad="57150" rotWithShape="0" algn="bl" dir="5400000" dist="19050">
              <a:srgbClr val="000000">
                <a:alpha val="50000"/>
              </a:srgbClr>
            </a:outerShdw>
          </a:effectLst>
        </p:spPr>
      </p:pic>
      <p:sp>
        <p:nvSpPr>
          <p:cNvPr id="929" name="Google Shape;929;p49"/>
          <p:cNvSpPr txBox="1"/>
          <p:nvPr>
            <p:ph idx="4294967295" type="subTitle"/>
          </p:nvPr>
        </p:nvSpPr>
        <p:spPr>
          <a:xfrm>
            <a:off x="8642000" y="4902000"/>
            <a:ext cx="4350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50"/>
          <p:cNvSpPr txBox="1"/>
          <p:nvPr>
            <p:ph idx="1" type="subTitle"/>
          </p:nvPr>
        </p:nvSpPr>
        <p:spPr>
          <a:xfrm>
            <a:off x="575813" y="2245000"/>
            <a:ext cx="3648000" cy="1541700"/>
          </a:xfrm>
          <a:prstGeom prst="rect">
            <a:avLst/>
          </a:prstGeom>
        </p:spPr>
        <p:txBody>
          <a:bodyPr anchorCtr="0" anchor="ctr" bIns="91425" lIns="91425" spcFirstLastPara="1" rIns="91425" wrap="square" tIns="91425">
            <a:noAutofit/>
          </a:bodyPr>
          <a:lstStyle/>
          <a:p>
            <a:pPr indent="0" lvl="0" marL="0" marR="0" rtl="0" algn="l">
              <a:lnSpc>
                <a:spcPct val="150000"/>
              </a:lnSpc>
              <a:spcBef>
                <a:spcPts val="0"/>
              </a:spcBef>
              <a:spcAft>
                <a:spcPts val="0"/>
              </a:spcAft>
              <a:buNone/>
            </a:pPr>
            <a:r>
              <a:rPr lang="en" sz="1600">
                <a:latin typeface="Livvic"/>
                <a:ea typeface="Livvic"/>
                <a:cs typeface="Livvic"/>
                <a:sym typeface="Livvic"/>
              </a:rPr>
              <a:t>In the initial phase of the project we did paper prototypes to test the visualization techniques.</a:t>
            </a:r>
            <a:endParaRPr sz="1800"/>
          </a:p>
          <a:p>
            <a:pPr indent="0" lvl="0" marL="0" marR="0" rtl="0" algn="l">
              <a:lnSpc>
                <a:spcPct val="150000"/>
              </a:lnSpc>
              <a:spcBef>
                <a:spcPts val="0"/>
              </a:spcBef>
              <a:spcAft>
                <a:spcPts val="0"/>
              </a:spcAft>
              <a:buNone/>
            </a:pPr>
            <a:r>
              <a:t/>
            </a:r>
            <a:endParaRPr sz="1800"/>
          </a:p>
          <a:p>
            <a:pPr indent="0" lvl="0" marL="0" marR="0" rtl="0" algn="l">
              <a:lnSpc>
                <a:spcPct val="150000"/>
              </a:lnSpc>
              <a:spcBef>
                <a:spcPts val="0"/>
              </a:spcBef>
              <a:spcAft>
                <a:spcPts val="0"/>
              </a:spcAft>
              <a:buNone/>
            </a:pPr>
            <a:r>
              <a:t/>
            </a:r>
            <a:endParaRPr sz="1800"/>
          </a:p>
        </p:txBody>
      </p:sp>
      <p:sp>
        <p:nvSpPr>
          <p:cNvPr id="935" name="Google Shape;935;p50"/>
          <p:cNvSpPr txBox="1"/>
          <p:nvPr>
            <p:ph type="title"/>
          </p:nvPr>
        </p:nvSpPr>
        <p:spPr>
          <a:xfrm>
            <a:off x="442650" y="536650"/>
            <a:ext cx="8258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Usability Tests - LFP</a:t>
            </a:r>
            <a:endParaRPr/>
          </a:p>
        </p:txBody>
      </p:sp>
      <p:sp>
        <p:nvSpPr>
          <p:cNvPr id="936" name="Google Shape;936;p50"/>
          <p:cNvSpPr/>
          <p:nvPr/>
        </p:nvSpPr>
        <p:spPr>
          <a:xfrm>
            <a:off x="21102" y="285215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50"/>
          <p:cNvSpPr txBox="1"/>
          <p:nvPr>
            <p:ph idx="5" type="subTitle"/>
          </p:nvPr>
        </p:nvSpPr>
        <p:spPr>
          <a:xfrm>
            <a:off x="8627325" y="4902000"/>
            <a:ext cx="449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12</a:t>
            </a:r>
            <a:endParaRPr/>
          </a:p>
        </p:txBody>
      </p:sp>
      <p:pic>
        <p:nvPicPr>
          <p:cNvPr id="938" name="Google Shape;938;p50"/>
          <p:cNvPicPr preferRelativeResize="0"/>
          <p:nvPr/>
        </p:nvPicPr>
        <p:blipFill rotWithShape="1">
          <a:blip r:embed="rId3">
            <a:alphaModFix/>
          </a:blip>
          <a:srcRect b="8230" l="5767" r="6451" t="8045"/>
          <a:stretch/>
        </p:blipFill>
        <p:spPr>
          <a:xfrm>
            <a:off x="4363525" y="1598050"/>
            <a:ext cx="4232901" cy="2890995"/>
          </a:xfrm>
          <a:prstGeom prst="rect">
            <a:avLst/>
          </a:prstGeom>
          <a:noFill/>
          <a:ln cap="flat" cmpd="sng" w="28575">
            <a:solidFill>
              <a:schemeClr val="accent3"/>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51"/>
          <p:cNvSpPr txBox="1"/>
          <p:nvPr>
            <p:ph idx="1" type="subTitle"/>
          </p:nvPr>
        </p:nvSpPr>
        <p:spPr>
          <a:xfrm>
            <a:off x="416100" y="1896250"/>
            <a:ext cx="8154900" cy="795600"/>
          </a:xfrm>
          <a:prstGeom prst="rect">
            <a:avLst/>
          </a:prstGeom>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None/>
            </a:pPr>
            <a:r>
              <a:rPr lang="en" sz="1800"/>
              <a:t>Goal</a:t>
            </a:r>
            <a:endParaRPr sz="1800"/>
          </a:p>
          <a:p>
            <a:pPr indent="0" lvl="0" marL="0" rtl="0" algn="ctr">
              <a:spcBef>
                <a:spcPts val="0"/>
              </a:spcBef>
              <a:spcAft>
                <a:spcPts val="0"/>
              </a:spcAft>
              <a:buNone/>
            </a:pPr>
            <a:r>
              <a:rPr lang="en" sz="1500">
                <a:latin typeface="Livvic"/>
                <a:ea typeface="Livvic"/>
                <a:cs typeface="Livvic"/>
                <a:sym typeface="Livvic"/>
              </a:rPr>
              <a:t>Evaluate how easily users navigate and understand the application.</a:t>
            </a:r>
            <a:endParaRPr sz="2100"/>
          </a:p>
          <a:p>
            <a:pPr indent="0" lvl="0" marL="0" rtl="0" algn="l">
              <a:spcBef>
                <a:spcPts val="0"/>
              </a:spcBef>
              <a:spcAft>
                <a:spcPts val="0"/>
              </a:spcAft>
              <a:buNone/>
            </a:pPr>
            <a:r>
              <a:t/>
            </a:r>
            <a:endParaRPr sz="1800"/>
          </a:p>
        </p:txBody>
      </p:sp>
      <p:sp>
        <p:nvSpPr>
          <p:cNvPr id="944" name="Google Shape;944;p51"/>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Usability Tests</a:t>
            </a:r>
            <a:endParaRPr/>
          </a:p>
        </p:txBody>
      </p:sp>
      <p:sp>
        <p:nvSpPr>
          <p:cNvPr id="945" name="Google Shape;945;p51"/>
          <p:cNvSpPr/>
          <p:nvPr/>
        </p:nvSpPr>
        <p:spPr>
          <a:xfrm>
            <a:off x="493227" y="630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1"/>
          <p:cNvSpPr txBox="1"/>
          <p:nvPr>
            <p:ph idx="1" type="subTitle"/>
          </p:nvPr>
        </p:nvSpPr>
        <p:spPr>
          <a:xfrm>
            <a:off x="416100" y="3400913"/>
            <a:ext cx="8311800" cy="12123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800"/>
              <a:t>Process</a:t>
            </a:r>
            <a:endParaRPr b="1" sz="1100">
              <a:solidFill>
                <a:srgbClr val="000000"/>
              </a:solidFill>
              <a:latin typeface="Arial"/>
              <a:ea typeface="Arial"/>
              <a:cs typeface="Arial"/>
              <a:sym typeface="Arial"/>
            </a:endParaRPr>
          </a:p>
          <a:p>
            <a:pPr indent="-323850" lvl="0" marL="457200" rtl="0" algn="ctr">
              <a:lnSpc>
                <a:spcPct val="115000"/>
              </a:lnSpc>
              <a:spcBef>
                <a:spcPts val="1200"/>
              </a:spcBef>
              <a:spcAft>
                <a:spcPts val="0"/>
              </a:spcAft>
              <a:buSzPts val="1500"/>
              <a:buFont typeface="Livvic"/>
              <a:buChar char="-"/>
            </a:pPr>
            <a:r>
              <a:rPr lang="en" sz="1500">
                <a:latin typeface="Livvic"/>
                <a:ea typeface="Livvic"/>
                <a:cs typeface="Livvic"/>
                <a:sym typeface="Livvic"/>
              </a:rPr>
              <a:t>5 min free exploration of the app’s main features.</a:t>
            </a:r>
            <a:endParaRPr sz="1500">
              <a:latin typeface="Livvic"/>
              <a:ea typeface="Livvic"/>
              <a:cs typeface="Livvic"/>
              <a:sym typeface="Livvic"/>
            </a:endParaRPr>
          </a:p>
          <a:p>
            <a:pPr indent="-323850" lvl="0" marL="457200" rtl="0" algn="ctr">
              <a:lnSpc>
                <a:spcPct val="115000"/>
              </a:lnSpc>
              <a:spcBef>
                <a:spcPts val="0"/>
              </a:spcBef>
              <a:spcAft>
                <a:spcPts val="0"/>
              </a:spcAft>
              <a:buSzPts val="1500"/>
              <a:buFont typeface="Livvic"/>
              <a:buChar char="-"/>
            </a:pPr>
            <a:r>
              <a:rPr lang="en" sz="1500">
                <a:latin typeface="Livvic"/>
                <a:ea typeface="Livvic"/>
                <a:cs typeface="Livvic"/>
                <a:sym typeface="Livvic"/>
              </a:rPr>
              <a:t>Task-based questionnaire</a:t>
            </a:r>
            <a:endParaRPr sz="1500">
              <a:latin typeface="Livvic"/>
              <a:ea typeface="Livvic"/>
              <a:cs typeface="Livvic"/>
              <a:sym typeface="Livvic"/>
            </a:endParaRPr>
          </a:p>
          <a:p>
            <a:pPr indent="-323850" lvl="0" marL="457200" rtl="0" algn="ctr">
              <a:lnSpc>
                <a:spcPct val="115000"/>
              </a:lnSpc>
              <a:spcBef>
                <a:spcPts val="0"/>
              </a:spcBef>
              <a:spcAft>
                <a:spcPts val="0"/>
              </a:spcAft>
              <a:buSzPts val="1500"/>
              <a:buFont typeface="Livvic"/>
              <a:buChar char="-"/>
            </a:pPr>
            <a:r>
              <a:rPr lang="en" sz="1500">
                <a:latin typeface="Livvic"/>
                <a:ea typeface="Livvic"/>
                <a:cs typeface="Livvic"/>
                <a:sym typeface="Livvic"/>
              </a:rPr>
              <a:t>System Usability Scale Post-Task Questionnaire</a:t>
            </a:r>
            <a:br>
              <a:rPr lang="en" sz="1500">
                <a:latin typeface="Livvic"/>
                <a:ea typeface="Livvic"/>
                <a:cs typeface="Livvic"/>
                <a:sym typeface="Livvic"/>
              </a:rPr>
            </a:b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sz="1800"/>
          </a:p>
        </p:txBody>
      </p:sp>
      <p:sp>
        <p:nvSpPr>
          <p:cNvPr id="947" name="Google Shape;947;p51"/>
          <p:cNvSpPr txBox="1"/>
          <p:nvPr>
            <p:ph idx="5" type="subTitle"/>
          </p:nvPr>
        </p:nvSpPr>
        <p:spPr>
          <a:xfrm>
            <a:off x="2204250" y="1172250"/>
            <a:ext cx="4735500" cy="46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5 participants</a:t>
            </a:r>
            <a:r>
              <a:rPr lang="en" sz="1500"/>
              <a:t>: 4M, 1F, all aged between 20-23</a:t>
            </a:r>
            <a:endParaRPr sz="1500"/>
          </a:p>
          <a:p>
            <a:pPr indent="0" lvl="0" marL="0" rtl="0" algn="l">
              <a:spcBef>
                <a:spcPts val="0"/>
              </a:spcBef>
              <a:spcAft>
                <a:spcPts val="0"/>
              </a:spcAft>
              <a:buNone/>
            </a:pPr>
            <a:r>
              <a:t/>
            </a:r>
            <a:endParaRPr sz="1200"/>
          </a:p>
        </p:txBody>
      </p:sp>
      <p:sp>
        <p:nvSpPr>
          <p:cNvPr id="948" name="Google Shape;948;p51"/>
          <p:cNvSpPr txBox="1"/>
          <p:nvPr>
            <p:ph idx="5" type="subTitle"/>
          </p:nvPr>
        </p:nvSpPr>
        <p:spPr>
          <a:xfrm>
            <a:off x="8627325" y="4902000"/>
            <a:ext cx="449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52"/>
          <p:cNvSpPr txBox="1"/>
          <p:nvPr>
            <p:ph idx="1" type="subTitle"/>
          </p:nvPr>
        </p:nvSpPr>
        <p:spPr>
          <a:xfrm>
            <a:off x="720000" y="1487725"/>
            <a:ext cx="8424000" cy="3760500"/>
          </a:xfrm>
          <a:prstGeom prst="rect">
            <a:avLst/>
          </a:prstGeom>
        </p:spPr>
        <p:txBody>
          <a:bodyPr anchorCtr="0" anchor="ctr" bIns="91425" lIns="91425" spcFirstLastPara="1" rIns="91425" wrap="square" tIns="91425">
            <a:noAutofit/>
          </a:bodyPr>
          <a:lstStyle/>
          <a:p>
            <a:pPr indent="0" lvl="0" marL="0" marR="0" rtl="0" algn="l">
              <a:lnSpc>
                <a:spcPct val="50000"/>
              </a:lnSpc>
              <a:spcBef>
                <a:spcPts val="1200"/>
              </a:spcBef>
              <a:spcAft>
                <a:spcPts val="0"/>
              </a:spcAft>
              <a:buNone/>
            </a:pPr>
            <a:r>
              <a:rPr b="1" lang="en" sz="1500">
                <a:latin typeface="Livvic"/>
                <a:ea typeface="Livvic"/>
                <a:cs typeface="Livvic"/>
                <a:sym typeface="Livvic"/>
              </a:rPr>
              <a:t>Task 1</a:t>
            </a:r>
            <a:r>
              <a:rPr lang="en" sz="1500">
                <a:latin typeface="Livvic"/>
                <a:ea typeface="Livvic"/>
                <a:cs typeface="Livvic"/>
                <a:sym typeface="Livvic"/>
              </a:rPr>
              <a:t>: What is the most energetic song?</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2</a:t>
            </a:r>
            <a:r>
              <a:rPr lang="en" sz="1500">
                <a:latin typeface="Livvic"/>
                <a:ea typeface="Livvic"/>
                <a:cs typeface="Livvic"/>
                <a:sym typeface="Livvic"/>
              </a:rPr>
              <a:t>: What is the most popular song from 2016?</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3</a:t>
            </a:r>
            <a:r>
              <a:rPr lang="en" sz="1500">
                <a:latin typeface="Livvic"/>
                <a:ea typeface="Livvic"/>
                <a:cs typeface="Livvic"/>
                <a:sym typeface="Livvic"/>
              </a:rPr>
              <a:t>: What is the most popular song in the “neo mellow” genre?</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4</a:t>
            </a:r>
            <a:r>
              <a:rPr lang="en" sz="1500">
                <a:latin typeface="Livvic"/>
                <a:ea typeface="Livvic"/>
                <a:cs typeface="Livvic"/>
                <a:sym typeface="Livvic"/>
              </a:rPr>
              <a:t>: Which two genres have the most songs in 2014?</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5</a:t>
            </a:r>
            <a:r>
              <a:rPr lang="en" sz="1500">
                <a:latin typeface="Livvic"/>
                <a:ea typeface="Livvic"/>
                <a:cs typeface="Livvic"/>
                <a:sym typeface="Livvic"/>
              </a:rPr>
              <a:t>: How many songs from the genre “big room” were there in 2014?</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6</a:t>
            </a:r>
            <a:r>
              <a:rPr lang="en" sz="1500">
                <a:latin typeface="Livvic"/>
                <a:ea typeface="Livvic"/>
                <a:cs typeface="Livvic"/>
                <a:sym typeface="Livvic"/>
              </a:rPr>
              <a:t>: What was the trend in “energy” for songs in general between 2010 and 2016?</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7</a:t>
            </a:r>
            <a:r>
              <a:rPr lang="en" sz="1500">
                <a:latin typeface="Livvic"/>
                <a:ea typeface="Livvic"/>
                <a:cs typeface="Livvic"/>
                <a:sym typeface="Livvic"/>
              </a:rPr>
              <a:t>: What was the trend in “acousticness” for the genre “hip hop” between 2005 and 2010?</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8</a:t>
            </a:r>
            <a:r>
              <a:rPr lang="en" sz="1500">
                <a:latin typeface="Livvic"/>
                <a:ea typeface="Livvic"/>
                <a:cs typeface="Livvic"/>
                <a:sym typeface="Livvic"/>
              </a:rPr>
              <a:t>: Who has lower speechiness: Beyoncé or Taylor Swift?</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9</a:t>
            </a:r>
            <a:r>
              <a:rPr lang="en" sz="1500">
                <a:latin typeface="Livvic"/>
                <a:ea typeface="Livvic"/>
                <a:cs typeface="Livvic"/>
                <a:sym typeface="Livvic"/>
              </a:rPr>
              <a:t>: What is Taylor Swift’s most popular song?</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10</a:t>
            </a:r>
            <a:r>
              <a:rPr lang="en" sz="1500">
                <a:latin typeface="Livvic"/>
                <a:ea typeface="Livvic"/>
                <a:cs typeface="Livvic"/>
                <a:sym typeface="Livvic"/>
              </a:rPr>
              <a:t>: How energetic is the least popular Red Hot Chili Peppers song?</a:t>
            </a:r>
            <a:endParaRPr sz="1500">
              <a:latin typeface="Livvic"/>
              <a:ea typeface="Livvic"/>
              <a:cs typeface="Livvic"/>
              <a:sym typeface="Livvic"/>
            </a:endParaRPr>
          </a:p>
          <a:p>
            <a:pPr indent="0" lvl="0" marL="0" marR="0" rtl="0" algn="l">
              <a:lnSpc>
                <a:spcPct val="50000"/>
              </a:lnSpc>
              <a:spcBef>
                <a:spcPts val="1200"/>
              </a:spcBef>
              <a:spcAft>
                <a:spcPts val="0"/>
              </a:spcAft>
              <a:buNone/>
            </a:pPr>
            <a:r>
              <a:rPr b="1" lang="en" sz="1500">
                <a:latin typeface="Livvic"/>
                <a:ea typeface="Livvic"/>
                <a:cs typeface="Livvic"/>
                <a:sym typeface="Livvic"/>
              </a:rPr>
              <a:t>Task 11</a:t>
            </a:r>
            <a:r>
              <a:rPr lang="en" sz="1500">
                <a:latin typeface="Livvic"/>
                <a:ea typeface="Livvic"/>
                <a:cs typeface="Livvic"/>
                <a:sym typeface="Livvic"/>
              </a:rPr>
              <a:t>: How many songs does the band Fall Out Boy have?</a:t>
            </a:r>
            <a:endParaRPr sz="1500">
              <a:latin typeface="Livvic"/>
              <a:ea typeface="Livvic"/>
              <a:cs typeface="Livvic"/>
              <a:sym typeface="Livvic"/>
            </a:endParaRPr>
          </a:p>
          <a:p>
            <a:pPr indent="0" lvl="0" marL="0" rtl="0" algn="ctr">
              <a:lnSpc>
                <a:spcPct val="50000"/>
              </a:lnSpc>
              <a:spcBef>
                <a:spcPts val="1200"/>
              </a:spcBef>
              <a:spcAft>
                <a:spcPts val="0"/>
              </a:spcAft>
              <a:buNone/>
            </a:pPr>
            <a:r>
              <a:t/>
            </a:r>
            <a:endParaRPr sz="1800"/>
          </a:p>
          <a:p>
            <a:pPr indent="0" lvl="0" marL="0" rtl="0" algn="l">
              <a:lnSpc>
                <a:spcPct val="50000"/>
              </a:lnSpc>
              <a:spcBef>
                <a:spcPts val="1200"/>
              </a:spcBef>
              <a:spcAft>
                <a:spcPts val="1200"/>
              </a:spcAft>
              <a:buNone/>
            </a:pPr>
            <a:r>
              <a:t/>
            </a:r>
            <a:endParaRPr sz="1800"/>
          </a:p>
        </p:txBody>
      </p:sp>
      <p:sp>
        <p:nvSpPr>
          <p:cNvPr id="954" name="Google Shape;954;p52"/>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Usability Tests - Tasks</a:t>
            </a:r>
            <a:endParaRPr/>
          </a:p>
        </p:txBody>
      </p:sp>
      <p:sp>
        <p:nvSpPr>
          <p:cNvPr id="955" name="Google Shape;955;p52"/>
          <p:cNvSpPr/>
          <p:nvPr/>
        </p:nvSpPr>
        <p:spPr>
          <a:xfrm>
            <a:off x="493227" y="630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2"/>
          <p:cNvSpPr txBox="1"/>
          <p:nvPr>
            <p:ph idx="5" type="subTitle"/>
          </p:nvPr>
        </p:nvSpPr>
        <p:spPr>
          <a:xfrm>
            <a:off x="8627325" y="4902000"/>
            <a:ext cx="449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14</a:t>
            </a:r>
            <a:endParaRPr/>
          </a:p>
        </p:txBody>
      </p:sp>
      <p:sp>
        <p:nvSpPr>
          <p:cNvPr id="957" name="Google Shape;957;p52"/>
          <p:cNvSpPr txBox="1"/>
          <p:nvPr>
            <p:ph idx="5" type="subTitle"/>
          </p:nvPr>
        </p:nvSpPr>
        <p:spPr>
          <a:xfrm>
            <a:off x="2204250" y="1172250"/>
            <a:ext cx="4735500" cy="46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5 participants</a:t>
            </a:r>
            <a:r>
              <a:rPr lang="en" sz="1500"/>
              <a:t>: 4M, 1F, all aged between 20-23</a:t>
            </a:r>
            <a:endParaRPr sz="1500"/>
          </a:p>
          <a:p>
            <a:pPr indent="0" lvl="0" marL="0" rtl="0" algn="l">
              <a:spcBef>
                <a:spcPts val="0"/>
              </a:spcBef>
              <a:spcAft>
                <a:spcPts val="0"/>
              </a:spcAft>
              <a:buNone/>
            </a:pPr>
            <a:r>
              <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53"/>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Usability Tests - Results</a:t>
            </a:r>
            <a:endParaRPr/>
          </a:p>
        </p:txBody>
      </p:sp>
      <p:sp>
        <p:nvSpPr>
          <p:cNvPr id="963" name="Google Shape;963;p53"/>
          <p:cNvSpPr/>
          <p:nvPr/>
        </p:nvSpPr>
        <p:spPr>
          <a:xfrm>
            <a:off x="493227" y="630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3"/>
          <p:cNvSpPr txBox="1"/>
          <p:nvPr>
            <p:ph idx="5" type="subTitle"/>
          </p:nvPr>
        </p:nvSpPr>
        <p:spPr>
          <a:xfrm>
            <a:off x="8627325" y="4902000"/>
            <a:ext cx="449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15</a:t>
            </a:r>
            <a:endParaRPr/>
          </a:p>
        </p:txBody>
      </p:sp>
      <p:sp>
        <p:nvSpPr>
          <p:cNvPr id="965" name="Google Shape;965;p53"/>
          <p:cNvSpPr txBox="1"/>
          <p:nvPr>
            <p:ph idx="1" type="subTitle"/>
          </p:nvPr>
        </p:nvSpPr>
        <p:spPr>
          <a:xfrm>
            <a:off x="401150" y="2277550"/>
            <a:ext cx="8154900" cy="795600"/>
          </a:xfrm>
          <a:prstGeom prst="rect">
            <a:avLst/>
          </a:prstGeom>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None/>
            </a:pPr>
            <a:r>
              <a:rPr lang="en" sz="1800"/>
              <a:t>Problems</a:t>
            </a:r>
            <a:endParaRPr sz="1800"/>
          </a:p>
          <a:p>
            <a:pPr indent="0" lvl="0" marL="0" rtl="0" algn="ctr">
              <a:spcBef>
                <a:spcPts val="0"/>
              </a:spcBef>
              <a:spcAft>
                <a:spcPts val="0"/>
              </a:spcAft>
              <a:buNone/>
            </a:pPr>
            <a:r>
              <a:rPr lang="en" sz="1500">
                <a:latin typeface="Livvic"/>
                <a:ea typeface="Livvic"/>
                <a:cs typeface="Livvic"/>
                <a:sym typeface="Livvic"/>
              </a:rPr>
              <a:t>Filters were not intuitive</a:t>
            </a:r>
            <a:endParaRPr sz="1500">
              <a:latin typeface="Livvic"/>
              <a:ea typeface="Livvic"/>
              <a:cs typeface="Livvic"/>
              <a:sym typeface="Livvic"/>
            </a:endParaRPr>
          </a:p>
          <a:p>
            <a:pPr indent="0" lvl="0" marL="0" rtl="0" algn="ctr">
              <a:spcBef>
                <a:spcPts val="0"/>
              </a:spcBef>
              <a:spcAft>
                <a:spcPts val="0"/>
              </a:spcAft>
              <a:buNone/>
            </a:pPr>
            <a:r>
              <a:rPr lang="en" sz="1500">
                <a:latin typeface="Livvic"/>
                <a:ea typeface="Livvic"/>
                <a:cs typeface="Livvic"/>
                <a:sym typeface="Livvic"/>
              </a:rPr>
              <a:t>Genres evolution graph was not showing data when only one year was selected</a:t>
            </a:r>
            <a:endParaRPr sz="1500">
              <a:latin typeface="Livvic"/>
              <a:ea typeface="Livvic"/>
              <a:cs typeface="Livvic"/>
              <a:sym typeface="Livvic"/>
            </a:endParaRPr>
          </a:p>
          <a:p>
            <a:pPr indent="0" lvl="0" marL="0" rtl="0" algn="ctr">
              <a:spcBef>
                <a:spcPts val="0"/>
              </a:spcBef>
              <a:spcAft>
                <a:spcPts val="0"/>
              </a:spcAft>
              <a:buNone/>
            </a:pPr>
            <a:r>
              <a:rPr lang="en" sz="1500">
                <a:latin typeface="Livvic"/>
                <a:ea typeface="Livvic"/>
                <a:cs typeface="Livvic"/>
                <a:sym typeface="Livvic"/>
              </a:rPr>
              <a:t>Artists were not showing when a genre was selected</a:t>
            </a:r>
            <a:endParaRPr sz="1500">
              <a:latin typeface="Livvic"/>
              <a:ea typeface="Livvic"/>
              <a:cs typeface="Livvic"/>
              <a:sym typeface="Livvic"/>
            </a:endParaRPr>
          </a:p>
          <a:p>
            <a:pPr indent="0" lvl="0" marL="0" rtl="0" algn="ctr">
              <a:spcBef>
                <a:spcPts val="0"/>
              </a:spcBef>
              <a:spcAft>
                <a:spcPts val="0"/>
              </a:spcAft>
              <a:buNone/>
            </a:pPr>
            <a:r>
              <a:rPr lang="en" sz="1500">
                <a:latin typeface="Livvic"/>
                <a:ea typeface="Livvic"/>
                <a:cs typeface="Livvic"/>
                <a:sym typeface="Livvic"/>
              </a:rPr>
              <a:t>Popularity on size on first graph was not intuitive</a:t>
            </a:r>
            <a:endParaRPr sz="1500">
              <a:latin typeface="Livvic"/>
              <a:ea typeface="Livvic"/>
              <a:cs typeface="Livvic"/>
              <a:sym typeface="Livvic"/>
            </a:endParaRPr>
          </a:p>
          <a:p>
            <a:pPr indent="0" lvl="0" marL="0" rtl="0" algn="l">
              <a:spcBef>
                <a:spcPts val="0"/>
              </a:spcBef>
              <a:spcAft>
                <a:spcPts val="0"/>
              </a:spcAft>
              <a:buNone/>
            </a:pPr>
            <a:r>
              <a:t/>
            </a:r>
            <a:endParaRPr sz="1800"/>
          </a:p>
        </p:txBody>
      </p:sp>
      <p:sp>
        <p:nvSpPr>
          <p:cNvPr id="966" name="Google Shape;966;p53"/>
          <p:cNvSpPr txBox="1"/>
          <p:nvPr>
            <p:ph idx="1" type="subTitle"/>
          </p:nvPr>
        </p:nvSpPr>
        <p:spPr>
          <a:xfrm>
            <a:off x="494550" y="3630900"/>
            <a:ext cx="8154900" cy="795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All these issues were resolved, leading to a smoother and more intuitive user experience</a:t>
            </a:r>
            <a:endParaRPr sz="1500">
              <a:latin typeface="Livvic"/>
              <a:ea typeface="Livvic"/>
              <a:cs typeface="Livvic"/>
              <a:sym typeface="Livvic"/>
            </a:endParaRPr>
          </a:p>
          <a:p>
            <a:pPr indent="0" lvl="0" marL="0" rtl="0" algn="l">
              <a:spcBef>
                <a:spcPts val="0"/>
              </a:spcBef>
              <a:spcAft>
                <a:spcPts val="0"/>
              </a:spcAft>
              <a:buNone/>
            </a:pPr>
            <a:r>
              <a:t/>
            </a:r>
            <a:endParaRPr sz="1800"/>
          </a:p>
        </p:txBody>
      </p:sp>
      <p:sp>
        <p:nvSpPr>
          <p:cNvPr id="967" name="Google Shape;967;p53"/>
          <p:cNvSpPr txBox="1"/>
          <p:nvPr>
            <p:ph idx="5" type="subTitle"/>
          </p:nvPr>
        </p:nvSpPr>
        <p:spPr>
          <a:xfrm>
            <a:off x="2204250" y="1172250"/>
            <a:ext cx="4735500" cy="46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5 participants</a:t>
            </a:r>
            <a:r>
              <a:rPr lang="en" sz="1500"/>
              <a:t>: 4M, 1F, all aged between 20-23</a:t>
            </a:r>
            <a:endParaRPr sz="1500"/>
          </a:p>
          <a:p>
            <a:pPr indent="0" lvl="0" marL="0" rtl="0" algn="l">
              <a:spcBef>
                <a:spcPts val="0"/>
              </a:spcBef>
              <a:spcAft>
                <a:spcPts val="0"/>
              </a:spcAft>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54"/>
          <p:cNvSpPr txBox="1"/>
          <p:nvPr>
            <p:ph type="title"/>
          </p:nvPr>
        </p:nvSpPr>
        <p:spPr>
          <a:xfrm>
            <a:off x="720000" y="52281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Usability Tests - SUS Scores</a:t>
            </a:r>
            <a:endParaRPr/>
          </a:p>
        </p:txBody>
      </p:sp>
      <p:sp>
        <p:nvSpPr>
          <p:cNvPr id="973" name="Google Shape;973;p54"/>
          <p:cNvSpPr/>
          <p:nvPr/>
        </p:nvSpPr>
        <p:spPr>
          <a:xfrm>
            <a:off x="493227" y="630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4"/>
          <p:cNvSpPr txBox="1"/>
          <p:nvPr>
            <p:ph idx="5" type="subTitle"/>
          </p:nvPr>
        </p:nvSpPr>
        <p:spPr>
          <a:xfrm>
            <a:off x="8627325" y="4902000"/>
            <a:ext cx="4497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16</a:t>
            </a:r>
            <a:endParaRPr/>
          </a:p>
        </p:txBody>
      </p:sp>
      <p:pic>
        <p:nvPicPr>
          <p:cNvPr id="975" name="Google Shape;975;p54" title="Points scored"/>
          <p:cNvPicPr preferRelativeResize="0"/>
          <p:nvPr/>
        </p:nvPicPr>
        <p:blipFill>
          <a:blip r:embed="rId3">
            <a:alphaModFix/>
          </a:blip>
          <a:stretch>
            <a:fillRect/>
          </a:stretch>
        </p:blipFill>
        <p:spPr>
          <a:xfrm>
            <a:off x="1351325" y="1304650"/>
            <a:ext cx="5888100" cy="3640799"/>
          </a:xfrm>
          <a:prstGeom prst="rect">
            <a:avLst/>
          </a:prstGeom>
          <a:noFill/>
          <a:ln>
            <a:noFill/>
          </a:ln>
        </p:spPr>
      </p:pic>
      <p:sp>
        <p:nvSpPr>
          <p:cNvPr id="976" name="Google Shape;976;p54"/>
          <p:cNvSpPr txBox="1"/>
          <p:nvPr/>
        </p:nvSpPr>
        <p:spPr>
          <a:xfrm>
            <a:off x="6563950" y="1824150"/>
            <a:ext cx="3000000" cy="461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solidFill>
                  <a:schemeClr val="dk1"/>
                </a:solidFill>
                <a:latin typeface="Alfa Slab One"/>
                <a:ea typeface="Alfa Slab One"/>
                <a:cs typeface="Alfa Slab One"/>
                <a:sym typeface="Alfa Slab One"/>
              </a:rPr>
              <a:t>Average: 78</a:t>
            </a:r>
            <a:endParaRPr sz="1800">
              <a:solidFill>
                <a:schemeClr val="dk2"/>
              </a:solidFill>
              <a:latin typeface="Alfa Slab One"/>
              <a:ea typeface="Alfa Slab One"/>
              <a:cs typeface="Alfa Slab One"/>
              <a:sym typeface="Alfa Slab One"/>
            </a:endParaRPr>
          </a:p>
        </p:txBody>
      </p:sp>
      <p:sp>
        <p:nvSpPr>
          <p:cNvPr id="977" name="Google Shape;977;p54"/>
          <p:cNvSpPr txBox="1"/>
          <p:nvPr>
            <p:ph idx="5" type="subTitle"/>
          </p:nvPr>
        </p:nvSpPr>
        <p:spPr>
          <a:xfrm>
            <a:off x="2204250" y="1172250"/>
            <a:ext cx="4735500" cy="46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5 participants</a:t>
            </a:r>
            <a:r>
              <a:rPr lang="en" sz="1500"/>
              <a:t>: 4M, 1F, all aged between 20-23</a:t>
            </a:r>
            <a:endParaRPr sz="1500"/>
          </a:p>
          <a:p>
            <a:pPr indent="0" lvl="0" marL="0" rtl="0" algn="l">
              <a:spcBef>
                <a:spcPts val="0"/>
              </a:spcBef>
              <a:spcAft>
                <a:spcPts val="0"/>
              </a:spcAft>
              <a:buNone/>
            </a:pPr>
            <a:r>
              <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55"/>
          <p:cNvSpPr/>
          <p:nvPr/>
        </p:nvSpPr>
        <p:spPr>
          <a:xfrm>
            <a:off x="665195" y="4247874"/>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5"/>
          <p:cNvSpPr/>
          <p:nvPr/>
        </p:nvSpPr>
        <p:spPr>
          <a:xfrm rot="3600041">
            <a:off x="4169267" y="4056686"/>
            <a:ext cx="239890" cy="456827"/>
          </a:xfrm>
          <a:custGeom>
            <a:rect b="b" l="l" r="r" t="t"/>
            <a:pathLst>
              <a:path extrusionOk="0" h="10190" w="5351">
                <a:moveTo>
                  <a:pt x="2072" y="0"/>
                </a:moveTo>
                <a:lnTo>
                  <a:pt x="0" y="2936"/>
                </a:lnTo>
                <a:lnTo>
                  <a:pt x="4167" y="7848"/>
                </a:lnTo>
                <a:cubicBezTo>
                  <a:pt x="3847" y="7848"/>
                  <a:pt x="3540" y="7954"/>
                  <a:pt x="3291" y="8156"/>
                </a:cubicBezTo>
                <a:cubicBezTo>
                  <a:pt x="2711" y="8605"/>
                  <a:pt x="2533" y="9339"/>
                  <a:pt x="2889" y="9813"/>
                </a:cubicBezTo>
                <a:cubicBezTo>
                  <a:pt x="3081" y="10061"/>
                  <a:pt x="3382" y="10189"/>
                  <a:pt x="3708" y="10189"/>
                </a:cubicBezTo>
                <a:cubicBezTo>
                  <a:pt x="4003" y="10189"/>
                  <a:pt x="4318" y="10085"/>
                  <a:pt x="4593" y="9872"/>
                </a:cubicBezTo>
                <a:cubicBezTo>
                  <a:pt x="5173" y="9434"/>
                  <a:pt x="5351" y="8700"/>
                  <a:pt x="4995" y="8227"/>
                </a:cubicBezTo>
                <a:cubicBezTo>
                  <a:pt x="4972" y="8191"/>
                  <a:pt x="4936" y="8156"/>
                  <a:pt x="4913" y="8132"/>
                </a:cubicBezTo>
                <a:cubicBezTo>
                  <a:pt x="4534" y="7682"/>
                  <a:pt x="3007" y="5800"/>
                  <a:pt x="1835" y="4356"/>
                </a:cubicBezTo>
                <a:lnTo>
                  <a:pt x="3729" y="2119"/>
                </a:lnTo>
                <a:lnTo>
                  <a:pt x="20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5"/>
          <p:cNvSpPr/>
          <p:nvPr/>
        </p:nvSpPr>
        <p:spPr>
          <a:xfrm>
            <a:off x="5752962" y="674750"/>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5"/>
          <p:cNvSpPr/>
          <p:nvPr/>
        </p:nvSpPr>
        <p:spPr>
          <a:xfrm>
            <a:off x="4547012" y="3177475"/>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5"/>
          <p:cNvSpPr txBox="1"/>
          <p:nvPr>
            <p:ph idx="4294967295" type="subTitle"/>
          </p:nvPr>
        </p:nvSpPr>
        <p:spPr>
          <a:xfrm>
            <a:off x="8649725" y="4902000"/>
            <a:ext cx="4272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17</a:t>
            </a:r>
            <a:endParaRPr/>
          </a:p>
        </p:txBody>
      </p:sp>
      <p:sp>
        <p:nvSpPr>
          <p:cNvPr id="987" name="Google Shape;987;p55"/>
          <p:cNvSpPr txBox="1"/>
          <p:nvPr>
            <p:ph idx="4294967295" type="title"/>
          </p:nvPr>
        </p:nvSpPr>
        <p:spPr>
          <a:xfrm>
            <a:off x="720000" y="50784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Demo</a:t>
            </a:r>
            <a:endParaRPr/>
          </a:p>
        </p:txBody>
      </p:sp>
      <p:pic>
        <p:nvPicPr>
          <p:cNvPr id="988" name="Google Shape;988;p55" title="demo vi.mp4">
            <a:hlinkClick r:id="rId3"/>
          </p:cNvPr>
          <p:cNvPicPr preferRelativeResize="0"/>
          <p:nvPr/>
        </p:nvPicPr>
        <p:blipFill>
          <a:blip r:embed="rId4">
            <a:alphaModFix/>
          </a:blip>
          <a:stretch>
            <a:fillRect/>
          </a:stretch>
        </p:blipFill>
        <p:spPr>
          <a:xfrm>
            <a:off x="689113" y="1243827"/>
            <a:ext cx="7961926" cy="3718351"/>
          </a:xfrm>
          <a:prstGeom prst="rect">
            <a:avLst/>
          </a:prstGeom>
          <a:noFill/>
          <a:ln cap="flat" cmpd="sng" w="9525">
            <a:solidFill>
              <a:schemeClr val="accent3"/>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1000"/>
                                        <p:tgtEl>
                                          <p:spTgt spid="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56"/>
          <p:cNvSpPr txBox="1"/>
          <p:nvPr>
            <p:ph type="title"/>
          </p:nvPr>
        </p:nvSpPr>
        <p:spPr>
          <a:xfrm>
            <a:off x="720000" y="228541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300"/>
              <a:t>Conclusion</a:t>
            </a:r>
            <a:endParaRPr sz="6300"/>
          </a:p>
        </p:txBody>
      </p:sp>
      <p:sp>
        <p:nvSpPr>
          <p:cNvPr id="994" name="Google Shape;994;p56"/>
          <p:cNvSpPr/>
          <p:nvPr/>
        </p:nvSpPr>
        <p:spPr>
          <a:xfrm>
            <a:off x="493227" y="630007"/>
            <a:ext cx="414991" cy="674647"/>
          </a:xfrm>
          <a:custGeom>
            <a:rect b="b" l="l" r="r" t="t"/>
            <a:pathLst>
              <a:path extrusionOk="0" h="15049" w="9257">
                <a:moveTo>
                  <a:pt x="3871" y="0"/>
                </a:moveTo>
                <a:lnTo>
                  <a:pt x="1" y="5362"/>
                </a:lnTo>
                <a:lnTo>
                  <a:pt x="4333" y="12204"/>
                </a:lnTo>
                <a:cubicBezTo>
                  <a:pt x="4248" y="12191"/>
                  <a:pt x="4162" y="12185"/>
                  <a:pt x="4077" y="12185"/>
                </a:cubicBezTo>
                <a:cubicBezTo>
                  <a:pt x="3762" y="12185"/>
                  <a:pt x="3455" y="12270"/>
                  <a:pt x="3185" y="12429"/>
                </a:cubicBezTo>
                <a:cubicBezTo>
                  <a:pt x="2392" y="12878"/>
                  <a:pt x="2037" y="13766"/>
                  <a:pt x="2404" y="14417"/>
                </a:cubicBezTo>
                <a:cubicBezTo>
                  <a:pt x="2631" y="14829"/>
                  <a:pt x="3078" y="15049"/>
                  <a:pt x="3577" y="15049"/>
                </a:cubicBezTo>
                <a:cubicBezTo>
                  <a:pt x="3881" y="15049"/>
                  <a:pt x="4205" y="14967"/>
                  <a:pt x="4510" y="14796"/>
                </a:cubicBezTo>
                <a:cubicBezTo>
                  <a:pt x="5304" y="14346"/>
                  <a:pt x="5659" y="13470"/>
                  <a:pt x="5292" y="12807"/>
                </a:cubicBezTo>
                <a:cubicBezTo>
                  <a:pt x="5256" y="12760"/>
                  <a:pt x="5232" y="12713"/>
                  <a:pt x="5197" y="12677"/>
                </a:cubicBezTo>
                <a:cubicBezTo>
                  <a:pt x="4842" y="12109"/>
                  <a:pt x="3516" y="9907"/>
                  <a:pt x="2380" y="8014"/>
                </a:cubicBezTo>
                <a:lnTo>
                  <a:pt x="5552" y="4072"/>
                </a:lnTo>
                <a:lnTo>
                  <a:pt x="7967" y="7883"/>
                </a:lnTo>
                <a:cubicBezTo>
                  <a:pt x="7893" y="7875"/>
                  <a:pt x="7819" y="7870"/>
                  <a:pt x="7746" y="7870"/>
                </a:cubicBezTo>
                <a:cubicBezTo>
                  <a:pt x="7418" y="7870"/>
                  <a:pt x="7097" y="7956"/>
                  <a:pt x="6807" y="8120"/>
                </a:cubicBezTo>
                <a:cubicBezTo>
                  <a:pt x="6014" y="8558"/>
                  <a:pt x="5659" y="9446"/>
                  <a:pt x="6026" y="10109"/>
                </a:cubicBezTo>
                <a:cubicBezTo>
                  <a:pt x="6254" y="10515"/>
                  <a:pt x="6708" y="10732"/>
                  <a:pt x="7210" y="10732"/>
                </a:cubicBezTo>
                <a:cubicBezTo>
                  <a:pt x="7513" y="10732"/>
                  <a:pt x="7834" y="10652"/>
                  <a:pt x="8132" y="10487"/>
                </a:cubicBezTo>
                <a:cubicBezTo>
                  <a:pt x="8926" y="10038"/>
                  <a:pt x="9257" y="9197"/>
                  <a:pt x="8937" y="8546"/>
                </a:cubicBezTo>
                <a:lnTo>
                  <a:pt x="8961" y="8546"/>
                </a:lnTo>
                <a:cubicBezTo>
                  <a:pt x="8878" y="8463"/>
                  <a:pt x="6984" y="5315"/>
                  <a:pt x="5623" y="3054"/>
                </a:cubicBezTo>
                <a:lnTo>
                  <a:pt x="38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6"/>
          <p:cNvSpPr txBox="1"/>
          <p:nvPr>
            <p:ph idx="5" type="subTitle"/>
          </p:nvPr>
        </p:nvSpPr>
        <p:spPr>
          <a:xfrm>
            <a:off x="8649725" y="4902000"/>
            <a:ext cx="4272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0"/>
              </a:spcAft>
              <a:buNone/>
            </a:pPr>
            <a:r>
              <a:rPr lang="en"/>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57"/>
          <p:cNvSpPr/>
          <p:nvPr/>
        </p:nvSpPr>
        <p:spPr>
          <a:xfrm rot="1664062">
            <a:off x="3755260" y="1639958"/>
            <a:ext cx="6221455" cy="6221455"/>
          </a:xfrm>
          <a:custGeom>
            <a:rect b="b" l="l" r="r" t="t"/>
            <a:pathLst>
              <a:path extrusionOk="0" h="14453" w="14453">
                <a:moveTo>
                  <a:pt x="9942" y="0"/>
                </a:moveTo>
                <a:cubicBezTo>
                  <a:pt x="9113" y="0"/>
                  <a:pt x="8281" y="283"/>
                  <a:pt x="7599" y="852"/>
                </a:cubicBezTo>
                <a:cubicBezTo>
                  <a:pt x="1160" y="6191"/>
                  <a:pt x="0" y="14453"/>
                  <a:pt x="0" y="14453"/>
                </a:cubicBezTo>
                <a:cubicBezTo>
                  <a:pt x="3421" y="10405"/>
                  <a:pt x="7658" y="8250"/>
                  <a:pt x="11091" y="7114"/>
                </a:cubicBezTo>
                <a:cubicBezTo>
                  <a:pt x="13683" y="6262"/>
                  <a:pt x="14453" y="2959"/>
                  <a:pt x="12500" y="1054"/>
                </a:cubicBezTo>
                <a:cubicBezTo>
                  <a:pt x="11793" y="354"/>
                  <a:pt x="10869" y="0"/>
                  <a:pt x="99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57"/>
          <p:cNvSpPr txBox="1"/>
          <p:nvPr>
            <p:ph type="title"/>
          </p:nvPr>
        </p:nvSpPr>
        <p:spPr>
          <a:xfrm>
            <a:off x="720000" y="712175"/>
            <a:ext cx="60678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100"/>
              <a:t>Thanks for your attention!</a:t>
            </a:r>
            <a:endParaRPr sz="4100"/>
          </a:p>
        </p:txBody>
      </p:sp>
      <p:grpSp>
        <p:nvGrpSpPr>
          <p:cNvPr id="1002" name="Google Shape;1002;p57"/>
          <p:cNvGrpSpPr/>
          <p:nvPr/>
        </p:nvGrpSpPr>
        <p:grpSpPr>
          <a:xfrm flipH="1">
            <a:off x="4441267" y="1368773"/>
            <a:ext cx="4422040" cy="4291152"/>
            <a:chOff x="469825" y="1135400"/>
            <a:chExt cx="1677875" cy="1628150"/>
          </a:xfrm>
        </p:grpSpPr>
        <p:sp>
          <p:nvSpPr>
            <p:cNvPr id="1003" name="Google Shape;1003;p57"/>
            <p:cNvSpPr/>
            <p:nvPr/>
          </p:nvSpPr>
          <p:spPr>
            <a:xfrm>
              <a:off x="671050" y="2008925"/>
              <a:ext cx="867650" cy="754625"/>
            </a:xfrm>
            <a:custGeom>
              <a:rect b="b" l="l" r="r" t="t"/>
              <a:pathLst>
                <a:path extrusionOk="0" h="30185" w="34706">
                  <a:moveTo>
                    <a:pt x="20620" y="1"/>
                  </a:moveTo>
                  <a:lnTo>
                    <a:pt x="1207" y="7186"/>
                  </a:lnTo>
                  <a:cubicBezTo>
                    <a:pt x="1207" y="7186"/>
                    <a:pt x="0" y="20348"/>
                    <a:pt x="2900" y="30184"/>
                  </a:cubicBezTo>
                  <a:lnTo>
                    <a:pt x="34705" y="22692"/>
                  </a:lnTo>
                  <a:lnTo>
                    <a:pt x="2062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7"/>
            <p:cNvSpPr/>
            <p:nvPr/>
          </p:nvSpPr>
          <p:spPr>
            <a:xfrm>
              <a:off x="1356975" y="2016925"/>
              <a:ext cx="321400" cy="100975"/>
            </a:xfrm>
            <a:custGeom>
              <a:rect b="b" l="l" r="r" t="t"/>
              <a:pathLst>
                <a:path extrusionOk="0" h="4039" w="12856">
                  <a:moveTo>
                    <a:pt x="12559" y="0"/>
                  </a:moveTo>
                  <a:cubicBezTo>
                    <a:pt x="12559" y="1"/>
                    <a:pt x="1575" y="2534"/>
                    <a:pt x="1" y="3954"/>
                  </a:cubicBezTo>
                  <a:cubicBezTo>
                    <a:pt x="1" y="3954"/>
                    <a:pt x="1461" y="4038"/>
                    <a:pt x="3329" y="4038"/>
                  </a:cubicBezTo>
                  <a:cubicBezTo>
                    <a:pt x="5480" y="4038"/>
                    <a:pt x="8173" y="3926"/>
                    <a:pt x="9801" y="3445"/>
                  </a:cubicBezTo>
                  <a:cubicBezTo>
                    <a:pt x="12855" y="2534"/>
                    <a:pt x="12559" y="1"/>
                    <a:pt x="12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7"/>
            <p:cNvSpPr/>
            <p:nvPr/>
          </p:nvSpPr>
          <p:spPr>
            <a:xfrm>
              <a:off x="1688400" y="1874450"/>
              <a:ext cx="34950" cy="56400"/>
            </a:xfrm>
            <a:custGeom>
              <a:rect b="b" l="l" r="r" t="t"/>
              <a:pathLst>
                <a:path extrusionOk="0" h="2256" w="1398">
                  <a:moveTo>
                    <a:pt x="1243" y="0"/>
                  </a:moveTo>
                  <a:cubicBezTo>
                    <a:pt x="947" y="0"/>
                    <a:pt x="276" y="295"/>
                    <a:pt x="1" y="2255"/>
                  </a:cubicBezTo>
                  <a:lnTo>
                    <a:pt x="1326" y="1853"/>
                  </a:lnTo>
                  <a:cubicBezTo>
                    <a:pt x="1326" y="1853"/>
                    <a:pt x="1397" y="101"/>
                    <a:pt x="1386" y="42"/>
                  </a:cubicBezTo>
                  <a:cubicBezTo>
                    <a:pt x="1383" y="26"/>
                    <a:pt x="1329" y="0"/>
                    <a:pt x="1243"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7"/>
            <p:cNvSpPr/>
            <p:nvPr/>
          </p:nvSpPr>
          <p:spPr>
            <a:xfrm>
              <a:off x="911325" y="1529850"/>
              <a:ext cx="85250" cy="130525"/>
            </a:xfrm>
            <a:custGeom>
              <a:rect b="b" l="l" r="r" t="t"/>
              <a:pathLst>
                <a:path extrusionOk="0" h="5221" w="3410">
                  <a:moveTo>
                    <a:pt x="1" y="0"/>
                  </a:moveTo>
                  <a:lnTo>
                    <a:pt x="1" y="0"/>
                  </a:lnTo>
                  <a:cubicBezTo>
                    <a:pt x="403" y="344"/>
                    <a:pt x="841" y="628"/>
                    <a:pt x="1314" y="853"/>
                  </a:cubicBezTo>
                  <a:lnTo>
                    <a:pt x="2534" y="5220"/>
                  </a:lnTo>
                  <a:lnTo>
                    <a:pt x="3173" y="308"/>
                  </a:lnTo>
                  <a:cubicBezTo>
                    <a:pt x="3267" y="261"/>
                    <a:pt x="3338" y="190"/>
                    <a:pt x="3409" y="119"/>
                  </a:cubicBezTo>
                  <a:cubicBezTo>
                    <a:pt x="2321" y="83"/>
                    <a:pt x="1161" y="48"/>
                    <a:pt x="1"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7"/>
            <p:cNvSpPr/>
            <p:nvPr/>
          </p:nvSpPr>
          <p:spPr>
            <a:xfrm>
              <a:off x="497925" y="1525400"/>
              <a:ext cx="1148775" cy="744850"/>
            </a:xfrm>
            <a:custGeom>
              <a:rect b="b" l="l" r="r" t="t"/>
              <a:pathLst>
                <a:path extrusionOk="0" h="29794" w="45951">
                  <a:moveTo>
                    <a:pt x="12903" y="1"/>
                  </a:moveTo>
                  <a:cubicBezTo>
                    <a:pt x="12464" y="1"/>
                    <a:pt x="10375" y="670"/>
                    <a:pt x="8286" y="1386"/>
                  </a:cubicBezTo>
                  <a:lnTo>
                    <a:pt x="8227" y="1409"/>
                  </a:lnTo>
                  <a:cubicBezTo>
                    <a:pt x="6037" y="2155"/>
                    <a:pt x="3883" y="2948"/>
                    <a:pt x="3611" y="3102"/>
                  </a:cubicBezTo>
                  <a:cubicBezTo>
                    <a:pt x="273" y="4901"/>
                    <a:pt x="1" y="7884"/>
                    <a:pt x="273" y="11281"/>
                  </a:cubicBezTo>
                  <a:cubicBezTo>
                    <a:pt x="285" y="11352"/>
                    <a:pt x="297" y="11411"/>
                    <a:pt x="297" y="11482"/>
                  </a:cubicBezTo>
                  <a:cubicBezTo>
                    <a:pt x="344" y="12098"/>
                    <a:pt x="415" y="12737"/>
                    <a:pt x="486" y="13376"/>
                  </a:cubicBezTo>
                  <a:cubicBezTo>
                    <a:pt x="1468" y="22171"/>
                    <a:pt x="8606" y="29640"/>
                    <a:pt x="8428" y="29794"/>
                  </a:cubicBezTo>
                  <a:cubicBezTo>
                    <a:pt x="8937" y="29640"/>
                    <a:pt x="45016" y="20620"/>
                    <a:pt x="45016" y="20620"/>
                  </a:cubicBezTo>
                  <a:lnTo>
                    <a:pt x="45951" y="17507"/>
                  </a:lnTo>
                  <a:lnTo>
                    <a:pt x="35653" y="15554"/>
                  </a:lnTo>
                  <a:lnTo>
                    <a:pt x="32244" y="9446"/>
                  </a:lnTo>
                  <a:lnTo>
                    <a:pt x="32185" y="9328"/>
                  </a:lnTo>
                  <a:lnTo>
                    <a:pt x="31190" y="7541"/>
                  </a:lnTo>
                  <a:cubicBezTo>
                    <a:pt x="29119" y="3504"/>
                    <a:pt x="27462" y="723"/>
                    <a:pt x="23816" y="510"/>
                  </a:cubicBezTo>
                  <a:cubicBezTo>
                    <a:pt x="23248" y="474"/>
                    <a:pt x="22526" y="439"/>
                    <a:pt x="21697" y="403"/>
                  </a:cubicBezTo>
                  <a:cubicBezTo>
                    <a:pt x="21070" y="391"/>
                    <a:pt x="20395" y="368"/>
                    <a:pt x="19673" y="344"/>
                  </a:cubicBezTo>
                  <a:cubicBezTo>
                    <a:pt x="19614" y="415"/>
                    <a:pt x="19531" y="486"/>
                    <a:pt x="19448" y="533"/>
                  </a:cubicBezTo>
                  <a:lnTo>
                    <a:pt x="19058" y="5114"/>
                  </a:lnTo>
                  <a:lnTo>
                    <a:pt x="17507" y="1090"/>
                  </a:lnTo>
                  <a:cubicBezTo>
                    <a:pt x="17010" y="877"/>
                    <a:pt x="16548" y="593"/>
                    <a:pt x="16146" y="261"/>
                  </a:cubicBezTo>
                  <a:cubicBezTo>
                    <a:pt x="14714" y="226"/>
                    <a:pt x="14122" y="24"/>
                    <a:pt x="12914" y="1"/>
                  </a:cubicBezTo>
                  <a:cubicBezTo>
                    <a:pt x="12911" y="1"/>
                    <a:pt x="12907" y="1"/>
                    <a:pt x="129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7"/>
            <p:cNvSpPr/>
            <p:nvPr/>
          </p:nvSpPr>
          <p:spPr>
            <a:xfrm>
              <a:off x="686425" y="1903275"/>
              <a:ext cx="716750" cy="679175"/>
            </a:xfrm>
            <a:custGeom>
              <a:rect b="b" l="l" r="r" t="t"/>
              <a:pathLst>
                <a:path extrusionOk="0" h="27167" w="28670">
                  <a:moveTo>
                    <a:pt x="24635" y="1"/>
                  </a:moveTo>
                  <a:cubicBezTo>
                    <a:pt x="24627" y="1"/>
                    <a:pt x="24618" y="1"/>
                    <a:pt x="24609" y="1"/>
                  </a:cubicBezTo>
                  <a:cubicBezTo>
                    <a:pt x="23059" y="49"/>
                    <a:pt x="19910" y="865"/>
                    <a:pt x="15601" y="5683"/>
                  </a:cubicBezTo>
                  <a:cubicBezTo>
                    <a:pt x="15601" y="5683"/>
                    <a:pt x="14967" y="6876"/>
                    <a:pt x="12696" y="6876"/>
                  </a:cubicBezTo>
                  <a:cubicBezTo>
                    <a:pt x="12584" y="6876"/>
                    <a:pt x="12467" y="6873"/>
                    <a:pt x="12346" y="6866"/>
                  </a:cubicBezTo>
                  <a:cubicBezTo>
                    <a:pt x="11689" y="6836"/>
                    <a:pt x="10863" y="6781"/>
                    <a:pt x="9959" y="6781"/>
                  </a:cubicBezTo>
                  <a:cubicBezTo>
                    <a:pt x="7329" y="6781"/>
                    <a:pt x="4038" y="7247"/>
                    <a:pt x="2321" y="10145"/>
                  </a:cubicBezTo>
                  <a:cubicBezTo>
                    <a:pt x="1" y="14039"/>
                    <a:pt x="3670" y="20159"/>
                    <a:pt x="3670" y="20159"/>
                  </a:cubicBezTo>
                  <a:cubicBezTo>
                    <a:pt x="3670" y="20159"/>
                    <a:pt x="6567" y="27167"/>
                    <a:pt x="10905" y="27167"/>
                  </a:cubicBezTo>
                  <a:cubicBezTo>
                    <a:pt x="11473" y="27167"/>
                    <a:pt x="12064" y="27047"/>
                    <a:pt x="12678" y="26776"/>
                  </a:cubicBezTo>
                  <a:cubicBezTo>
                    <a:pt x="17401" y="24692"/>
                    <a:pt x="16915" y="21568"/>
                    <a:pt x="19803" y="19508"/>
                  </a:cubicBezTo>
                  <a:cubicBezTo>
                    <a:pt x="20395" y="19088"/>
                    <a:pt x="21094" y="18874"/>
                    <a:pt x="21803" y="18874"/>
                  </a:cubicBezTo>
                  <a:cubicBezTo>
                    <a:pt x="21875" y="18874"/>
                    <a:pt x="21946" y="18876"/>
                    <a:pt x="22017" y="18881"/>
                  </a:cubicBezTo>
                  <a:cubicBezTo>
                    <a:pt x="22261" y="18898"/>
                    <a:pt x="22543" y="18911"/>
                    <a:pt x="22852" y="18911"/>
                  </a:cubicBezTo>
                  <a:cubicBezTo>
                    <a:pt x="24611" y="18911"/>
                    <a:pt x="27231" y="18508"/>
                    <a:pt x="28480" y="16383"/>
                  </a:cubicBezTo>
                  <a:cubicBezTo>
                    <a:pt x="28669" y="16064"/>
                    <a:pt x="28669" y="15673"/>
                    <a:pt x="28480" y="15353"/>
                  </a:cubicBezTo>
                  <a:cubicBezTo>
                    <a:pt x="28293" y="15037"/>
                    <a:pt x="27956" y="14859"/>
                    <a:pt x="27610" y="14859"/>
                  </a:cubicBezTo>
                  <a:cubicBezTo>
                    <a:pt x="27451" y="14859"/>
                    <a:pt x="27291" y="14897"/>
                    <a:pt x="27142" y="14975"/>
                  </a:cubicBezTo>
                  <a:cubicBezTo>
                    <a:pt x="26754" y="15169"/>
                    <a:pt x="26270" y="15346"/>
                    <a:pt x="25787" y="15346"/>
                  </a:cubicBezTo>
                  <a:cubicBezTo>
                    <a:pt x="25355" y="15346"/>
                    <a:pt x="24924" y="15205"/>
                    <a:pt x="24562" y="14809"/>
                  </a:cubicBezTo>
                  <a:cubicBezTo>
                    <a:pt x="23307" y="13436"/>
                    <a:pt x="23887" y="11933"/>
                    <a:pt x="25947" y="10879"/>
                  </a:cubicBezTo>
                  <a:lnTo>
                    <a:pt x="25154" y="7944"/>
                  </a:lnTo>
                  <a:cubicBezTo>
                    <a:pt x="25154" y="7944"/>
                    <a:pt x="22597" y="7695"/>
                    <a:pt x="22289" y="5174"/>
                  </a:cubicBezTo>
                  <a:cubicBezTo>
                    <a:pt x="22100" y="3600"/>
                    <a:pt x="23721" y="2889"/>
                    <a:pt x="24952" y="2582"/>
                  </a:cubicBezTo>
                  <a:cubicBezTo>
                    <a:pt x="25674" y="2404"/>
                    <a:pt x="26101" y="1670"/>
                    <a:pt x="25899" y="960"/>
                  </a:cubicBezTo>
                  <a:cubicBezTo>
                    <a:pt x="25736" y="389"/>
                    <a:pt x="25217" y="1"/>
                    <a:pt x="246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7"/>
            <p:cNvSpPr/>
            <p:nvPr/>
          </p:nvSpPr>
          <p:spPr>
            <a:xfrm>
              <a:off x="885875" y="2079100"/>
              <a:ext cx="496575" cy="455125"/>
            </a:xfrm>
            <a:custGeom>
              <a:rect b="b" l="l" r="r" t="t"/>
              <a:pathLst>
                <a:path extrusionOk="0" h="18205" w="19863">
                  <a:moveTo>
                    <a:pt x="13798" y="0"/>
                  </a:moveTo>
                  <a:cubicBezTo>
                    <a:pt x="13609" y="0"/>
                    <a:pt x="13420" y="66"/>
                    <a:pt x="13270" y="200"/>
                  </a:cubicBezTo>
                  <a:cubicBezTo>
                    <a:pt x="12263" y="1100"/>
                    <a:pt x="11056" y="1739"/>
                    <a:pt x="9754" y="2082"/>
                  </a:cubicBezTo>
                  <a:cubicBezTo>
                    <a:pt x="5777" y="3148"/>
                    <a:pt x="2853" y="2248"/>
                    <a:pt x="1232" y="5882"/>
                  </a:cubicBezTo>
                  <a:cubicBezTo>
                    <a:pt x="1" y="8628"/>
                    <a:pt x="4084" y="10818"/>
                    <a:pt x="4735" y="14108"/>
                  </a:cubicBezTo>
                  <a:cubicBezTo>
                    <a:pt x="4948" y="15174"/>
                    <a:pt x="4996" y="16263"/>
                    <a:pt x="4889" y="17352"/>
                  </a:cubicBezTo>
                  <a:cubicBezTo>
                    <a:pt x="4845" y="17843"/>
                    <a:pt x="5243" y="18204"/>
                    <a:pt x="5674" y="18204"/>
                  </a:cubicBezTo>
                  <a:cubicBezTo>
                    <a:pt x="5825" y="18204"/>
                    <a:pt x="5979" y="18160"/>
                    <a:pt x="6120" y="18062"/>
                  </a:cubicBezTo>
                  <a:cubicBezTo>
                    <a:pt x="7422" y="17127"/>
                    <a:pt x="8061" y="16073"/>
                    <a:pt x="8724" y="14984"/>
                  </a:cubicBezTo>
                  <a:cubicBezTo>
                    <a:pt x="9565" y="13600"/>
                    <a:pt x="10429" y="12179"/>
                    <a:pt x="12536" y="11149"/>
                  </a:cubicBezTo>
                  <a:cubicBezTo>
                    <a:pt x="12701" y="11078"/>
                    <a:pt x="12867" y="11031"/>
                    <a:pt x="13045" y="11007"/>
                  </a:cubicBezTo>
                  <a:cubicBezTo>
                    <a:pt x="13110" y="11001"/>
                    <a:pt x="13175" y="10998"/>
                    <a:pt x="13240" y="10998"/>
                  </a:cubicBezTo>
                  <a:cubicBezTo>
                    <a:pt x="13305" y="10998"/>
                    <a:pt x="13370" y="11001"/>
                    <a:pt x="13435" y="11007"/>
                  </a:cubicBezTo>
                  <a:cubicBezTo>
                    <a:pt x="13695" y="11041"/>
                    <a:pt x="14207" y="11094"/>
                    <a:pt x="14840" y="11094"/>
                  </a:cubicBezTo>
                  <a:cubicBezTo>
                    <a:pt x="16425" y="11094"/>
                    <a:pt x="18770" y="10761"/>
                    <a:pt x="19827" y="8960"/>
                  </a:cubicBezTo>
                  <a:cubicBezTo>
                    <a:pt x="19863" y="8889"/>
                    <a:pt x="19863" y="8806"/>
                    <a:pt x="19827" y="8735"/>
                  </a:cubicBezTo>
                  <a:cubicBezTo>
                    <a:pt x="19827" y="8735"/>
                    <a:pt x="19827" y="8735"/>
                    <a:pt x="19827" y="8723"/>
                  </a:cubicBezTo>
                  <a:cubicBezTo>
                    <a:pt x="19777" y="8656"/>
                    <a:pt x="19704" y="8619"/>
                    <a:pt x="19628" y="8619"/>
                  </a:cubicBezTo>
                  <a:cubicBezTo>
                    <a:pt x="19596" y="8619"/>
                    <a:pt x="19563" y="8626"/>
                    <a:pt x="19531" y="8640"/>
                  </a:cubicBezTo>
                  <a:cubicBezTo>
                    <a:pt x="19034" y="8900"/>
                    <a:pt x="18489" y="9066"/>
                    <a:pt x="17921" y="9102"/>
                  </a:cubicBezTo>
                  <a:cubicBezTo>
                    <a:pt x="17881" y="9104"/>
                    <a:pt x="17841" y="9105"/>
                    <a:pt x="17801" y="9105"/>
                  </a:cubicBezTo>
                  <a:cubicBezTo>
                    <a:pt x="17122" y="9105"/>
                    <a:pt x="16474" y="8823"/>
                    <a:pt x="16016" y="8309"/>
                  </a:cubicBezTo>
                  <a:cubicBezTo>
                    <a:pt x="15779" y="8060"/>
                    <a:pt x="15590" y="7776"/>
                    <a:pt x="15424" y="7468"/>
                  </a:cubicBezTo>
                  <a:cubicBezTo>
                    <a:pt x="15033" y="6687"/>
                    <a:pt x="15057" y="5752"/>
                    <a:pt x="15507" y="4994"/>
                  </a:cubicBezTo>
                  <a:cubicBezTo>
                    <a:pt x="15826" y="4426"/>
                    <a:pt x="16347" y="3905"/>
                    <a:pt x="17057" y="3467"/>
                  </a:cubicBezTo>
                  <a:lnTo>
                    <a:pt x="16548" y="1585"/>
                  </a:lnTo>
                  <a:cubicBezTo>
                    <a:pt x="15720" y="1372"/>
                    <a:pt x="14974" y="922"/>
                    <a:pt x="14406" y="283"/>
                  </a:cubicBezTo>
                  <a:cubicBezTo>
                    <a:pt x="14251" y="96"/>
                    <a:pt x="14025" y="0"/>
                    <a:pt x="1379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57"/>
            <p:cNvSpPr/>
            <p:nvPr/>
          </p:nvSpPr>
          <p:spPr>
            <a:xfrm>
              <a:off x="1210500" y="1841450"/>
              <a:ext cx="677375" cy="374975"/>
            </a:xfrm>
            <a:custGeom>
              <a:rect b="b" l="l" r="r" t="t"/>
              <a:pathLst>
                <a:path extrusionOk="0" h="14999" w="27095">
                  <a:moveTo>
                    <a:pt x="26041" y="0"/>
                  </a:moveTo>
                  <a:lnTo>
                    <a:pt x="438" y="11683"/>
                  </a:lnTo>
                  <a:cubicBezTo>
                    <a:pt x="131" y="11825"/>
                    <a:pt x="0" y="12192"/>
                    <a:pt x="142" y="12488"/>
                  </a:cubicBezTo>
                  <a:lnTo>
                    <a:pt x="1160" y="14654"/>
                  </a:lnTo>
                  <a:cubicBezTo>
                    <a:pt x="1260" y="14870"/>
                    <a:pt x="1477" y="14999"/>
                    <a:pt x="1703" y="14999"/>
                  </a:cubicBezTo>
                  <a:cubicBezTo>
                    <a:pt x="1799" y="14999"/>
                    <a:pt x="1897" y="14976"/>
                    <a:pt x="1989" y="14926"/>
                  </a:cubicBezTo>
                  <a:lnTo>
                    <a:pt x="27095" y="2013"/>
                  </a:lnTo>
                  <a:lnTo>
                    <a:pt x="260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7"/>
            <p:cNvSpPr/>
            <p:nvPr/>
          </p:nvSpPr>
          <p:spPr>
            <a:xfrm>
              <a:off x="1015200" y="2397050"/>
              <a:ext cx="42325" cy="40475"/>
            </a:xfrm>
            <a:custGeom>
              <a:rect b="b" l="l" r="r" t="t"/>
              <a:pathLst>
                <a:path extrusionOk="0" h="1619" w="1693">
                  <a:moveTo>
                    <a:pt x="837" y="1"/>
                  </a:moveTo>
                  <a:cubicBezTo>
                    <a:pt x="434" y="1"/>
                    <a:pt x="81" y="307"/>
                    <a:pt x="48" y="728"/>
                  </a:cubicBezTo>
                  <a:cubicBezTo>
                    <a:pt x="0" y="1166"/>
                    <a:pt x="320" y="1568"/>
                    <a:pt x="770" y="1615"/>
                  </a:cubicBezTo>
                  <a:cubicBezTo>
                    <a:pt x="792" y="1617"/>
                    <a:pt x="814" y="1618"/>
                    <a:pt x="836" y="1618"/>
                  </a:cubicBezTo>
                  <a:cubicBezTo>
                    <a:pt x="1248" y="1618"/>
                    <a:pt x="1612" y="1308"/>
                    <a:pt x="1646" y="882"/>
                  </a:cubicBezTo>
                  <a:cubicBezTo>
                    <a:pt x="1693" y="444"/>
                    <a:pt x="1373" y="41"/>
                    <a:pt x="923" y="6"/>
                  </a:cubicBezTo>
                  <a:cubicBezTo>
                    <a:pt x="895" y="2"/>
                    <a:pt x="866" y="1"/>
                    <a:pt x="8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7"/>
            <p:cNvSpPr/>
            <p:nvPr/>
          </p:nvSpPr>
          <p:spPr>
            <a:xfrm>
              <a:off x="1015500" y="2459900"/>
              <a:ext cx="45875" cy="40450"/>
            </a:xfrm>
            <a:custGeom>
              <a:rect b="b" l="l" r="r" t="t"/>
              <a:pathLst>
                <a:path extrusionOk="0" h="1618" w="1835">
                  <a:moveTo>
                    <a:pt x="915" y="0"/>
                  </a:moveTo>
                  <a:cubicBezTo>
                    <a:pt x="614" y="0"/>
                    <a:pt x="325" y="174"/>
                    <a:pt x="189" y="463"/>
                  </a:cubicBezTo>
                  <a:cubicBezTo>
                    <a:pt x="0" y="865"/>
                    <a:pt x="166" y="1350"/>
                    <a:pt x="568" y="1540"/>
                  </a:cubicBezTo>
                  <a:cubicBezTo>
                    <a:pt x="681" y="1593"/>
                    <a:pt x="800" y="1618"/>
                    <a:pt x="917" y="1618"/>
                  </a:cubicBezTo>
                  <a:cubicBezTo>
                    <a:pt x="1219" y="1618"/>
                    <a:pt x="1509" y="1451"/>
                    <a:pt x="1645" y="1161"/>
                  </a:cubicBezTo>
                  <a:cubicBezTo>
                    <a:pt x="1835" y="759"/>
                    <a:pt x="1669" y="273"/>
                    <a:pt x="1267" y="84"/>
                  </a:cubicBezTo>
                  <a:cubicBezTo>
                    <a:pt x="1153" y="27"/>
                    <a:pt x="1033" y="0"/>
                    <a:pt x="9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7"/>
            <p:cNvSpPr/>
            <p:nvPr/>
          </p:nvSpPr>
          <p:spPr>
            <a:xfrm>
              <a:off x="1894650" y="1772800"/>
              <a:ext cx="15125" cy="24875"/>
            </a:xfrm>
            <a:custGeom>
              <a:rect b="b" l="l" r="r" t="t"/>
              <a:pathLst>
                <a:path extrusionOk="0" h="995" w="605">
                  <a:moveTo>
                    <a:pt x="486" y="0"/>
                  </a:moveTo>
                  <a:lnTo>
                    <a:pt x="1" y="71"/>
                  </a:lnTo>
                  <a:lnTo>
                    <a:pt x="119" y="995"/>
                  </a:lnTo>
                  <a:lnTo>
                    <a:pt x="605" y="935"/>
                  </a:lnTo>
                  <a:lnTo>
                    <a:pt x="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7"/>
            <p:cNvSpPr/>
            <p:nvPr/>
          </p:nvSpPr>
          <p:spPr>
            <a:xfrm>
              <a:off x="1894950" y="1773675"/>
              <a:ext cx="13650" cy="13050"/>
            </a:xfrm>
            <a:custGeom>
              <a:rect b="b" l="l" r="r" t="t"/>
              <a:pathLst>
                <a:path extrusionOk="0" h="522" w="546">
                  <a:moveTo>
                    <a:pt x="486" y="1"/>
                  </a:moveTo>
                  <a:lnTo>
                    <a:pt x="1" y="60"/>
                  </a:lnTo>
                  <a:lnTo>
                    <a:pt x="60" y="522"/>
                  </a:lnTo>
                  <a:lnTo>
                    <a:pt x="545" y="462"/>
                  </a:lnTo>
                  <a:lnTo>
                    <a:pt x="4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57"/>
            <p:cNvSpPr/>
            <p:nvPr/>
          </p:nvSpPr>
          <p:spPr>
            <a:xfrm>
              <a:off x="1884375" y="1761975"/>
              <a:ext cx="32200" cy="21200"/>
            </a:xfrm>
            <a:custGeom>
              <a:rect b="b" l="l" r="r" t="t"/>
              <a:pathLst>
                <a:path extrusionOk="0" h="848" w="1288">
                  <a:moveTo>
                    <a:pt x="667" y="0"/>
                  </a:moveTo>
                  <a:cubicBezTo>
                    <a:pt x="335" y="0"/>
                    <a:pt x="0" y="241"/>
                    <a:pt x="45" y="682"/>
                  </a:cubicBezTo>
                  <a:cubicBezTo>
                    <a:pt x="45" y="777"/>
                    <a:pt x="128" y="848"/>
                    <a:pt x="223" y="848"/>
                  </a:cubicBezTo>
                  <a:lnTo>
                    <a:pt x="1134" y="729"/>
                  </a:lnTo>
                  <a:cubicBezTo>
                    <a:pt x="1217" y="717"/>
                    <a:pt x="1288" y="634"/>
                    <a:pt x="1276" y="552"/>
                  </a:cubicBezTo>
                  <a:cubicBezTo>
                    <a:pt x="1232" y="176"/>
                    <a:pt x="950" y="0"/>
                    <a:pt x="6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57"/>
            <p:cNvSpPr/>
            <p:nvPr/>
          </p:nvSpPr>
          <p:spPr>
            <a:xfrm>
              <a:off x="1929275" y="1767475"/>
              <a:ext cx="15125" cy="24575"/>
            </a:xfrm>
            <a:custGeom>
              <a:rect b="b" l="l" r="r" t="t"/>
              <a:pathLst>
                <a:path extrusionOk="0" h="983" w="605">
                  <a:moveTo>
                    <a:pt x="486" y="0"/>
                  </a:moveTo>
                  <a:lnTo>
                    <a:pt x="1" y="59"/>
                  </a:lnTo>
                  <a:lnTo>
                    <a:pt x="119" y="983"/>
                  </a:lnTo>
                  <a:lnTo>
                    <a:pt x="604" y="923"/>
                  </a:lnTo>
                  <a:lnTo>
                    <a:pt x="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7"/>
            <p:cNvSpPr/>
            <p:nvPr/>
          </p:nvSpPr>
          <p:spPr>
            <a:xfrm>
              <a:off x="1929575" y="1768050"/>
              <a:ext cx="13350" cy="13050"/>
            </a:xfrm>
            <a:custGeom>
              <a:rect b="b" l="l" r="r" t="t"/>
              <a:pathLst>
                <a:path extrusionOk="0" h="522" w="534">
                  <a:moveTo>
                    <a:pt x="474" y="1"/>
                  </a:moveTo>
                  <a:lnTo>
                    <a:pt x="1" y="60"/>
                  </a:lnTo>
                  <a:lnTo>
                    <a:pt x="60" y="522"/>
                  </a:lnTo>
                  <a:lnTo>
                    <a:pt x="533" y="463"/>
                  </a:lnTo>
                  <a:lnTo>
                    <a:pt x="47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7"/>
            <p:cNvSpPr/>
            <p:nvPr/>
          </p:nvSpPr>
          <p:spPr>
            <a:xfrm>
              <a:off x="1919775" y="1757125"/>
              <a:ext cx="31425" cy="20475"/>
            </a:xfrm>
            <a:custGeom>
              <a:rect b="b" l="l" r="r" t="t"/>
              <a:pathLst>
                <a:path extrusionOk="0" h="819" w="1257">
                  <a:moveTo>
                    <a:pt x="646" y="1"/>
                  </a:moveTo>
                  <a:cubicBezTo>
                    <a:pt x="323" y="1"/>
                    <a:pt x="0" y="229"/>
                    <a:pt x="26" y="651"/>
                  </a:cubicBezTo>
                  <a:cubicBezTo>
                    <a:pt x="26" y="663"/>
                    <a:pt x="26" y="675"/>
                    <a:pt x="26" y="686"/>
                  </a:cubicBezTo>
                  <a:cubicBezTo>
                    <a:pt x="37" y="762"/>
                    <a:pt x="97" y="818"/>
                    <a:pt x="179" y="818"/>
                  </a:cubicBezTo>
                  <a:cubicBezTo>
                    <a:pt x="187" y="818"/>
                    <a:pt x="195" y="818"/>
                    <a:pt x="203" y="817"/>
                  </a:cubicBezTo>
                  <a:lnTo>
                    <a:pt x="1103" y="698"/>
                  </a:lnTo>
                  <a:cubicBezTo>
                    <a:pt x="1198" y="686"/>
                    <a:pt x="1257" y="615"/>
                    <a:pt x="1257" y="521"/>
                  </a:cubicBezTo>
                  <a:cubicBezTo>
                    <a:pt x="1197" y="167"/>
                    <a:pt x="921" y="1"/>
                    <a:pt x="6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7"/>
            <p:cNvSpPr/>
            <p:nvPr/>
          </p:nvSpPr>
          <p:spPr>
            <a:xfrm>
              <a:off x="1964200" y="1761850"/>
              <a:ext cx="15125" cy="24875"/>
            </a:xfrm>
            <a:custGeom>
              <a:rect b="b" l="l" r="r" t="t"/>
              <a:pathLst>
                <a:path extrusionOk="0" h="995" w="605">
                  <a:moveTo>
                    <a:pt x="486" y="0"/>
                  </a:moveTo>
                  <a:lnTo>
                    <a:pt x="1" y="71"/>
                  </a:lnTo>
                  <a:lnTo>
                    <a:pt x="119" y="995"/>
                  </a:lnTo>
                  <a:lnTo>
                    <a:pt x="604" y="935"/>
                  </a:lnTo>
                  <a:lnTo>
                    <a:pt x="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7"/>
            <p:cNvSpPr/>
            <p:nvPr/>
          </p:nvSpPr>
          <p:spPr>
            <a:xfrm>
              <a:off x="1964200" y="1762725"/>
              <a:ext cx="13650" cy="13050"/>
            </a:xfrm>
            <a:custGeom>
              <a:rect b="b" l="l" r="r" t="t"/>
              <a:pathLst>
                <a:path extrusionOk="0" h="522" w="546">
                  <a:moveTo>
                    <a:pt x="486" y="1"/>
                  </a:moveTo>
                  <a:lnTo>
                    <a:pt x="1" y="60"/>
                  </a:lnTo>
                  <a:lnTo>
                    <a:pt x="60" y="522"/>
                  </a:lnTo>
                  <a:lnTo>
                    <a:pt x="545" y="462"/>
                  </a:lnTo>
                  <a:lnTo>
                    <a:pt x="4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7"/>
            <p:cNvSpPr/>
            <p:nvPr/>
          </p:nvSpPr>
          <p:spPr>
            <a:xfrm>
              <a:off x="1954375" y="1751525"/>
              <a:ext cx="31750" cy="20725"/>
            </a:xfrm>
            <a:custGeom>
              <a:rect b="b" l="l" r="r" t="t"/>
              <a:pathLst>
                <a:path extrusionOk="0" h="829" w="1270">
                  <a:moveTo>
                    <a:pt x="650" y="1"/>
                  </a:moveTo>
                  <a:cubicBezTo>
                    <a:pt x="326" y="1"/>
                    <a:pt x="1" y="232"/>
                    <a:pt x="27" y="662"/>
                  </a:cubicBezTo>
                  <a:lnTo>
                    <a:pt x="27" y="686"/>
                  </a:lnTo>
                  <a:cubicBezTo>
                    <a:pt x="38" y="762"/>
                    <a:pt x="109" y="829"/>
                    <a:pt x="186" y="829"/>
                  </a:cubicBezTo>
                  <a:cubicBezTo>
                    <a:pt x="192" y="829"/>
                    <a:pt x="198" y="828"/>
                    <a:pt x="204" y="828"/>
                  </a:cubicBezTo>
                  <a:lnTo>
                    <a:pt x="1116" y="709"/>
                  </a:lnTo>
                  <a:cubicBezTo>
                    <a:pt x="1198" y="697"/>
                    <a:pt x="1269" y="615"/>
                    <a:pt x="1258" y="520"/>
                  </a:cubicBezTo>
                  <a:cubicBezTo>
                    <a:pt x="1198" y="167"/>
                    <a:pt x="924" y="1"/>
                    <a:pt x="6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7"/>
            <p:cNvSpPr/>
            <p:nvPr/>
          </p:nvSpPr>
          <p:spPr>
            <a:xfrm>
              <a:off x="1998825" y="1756525"/>
              <a:ext cx="15125" cy="24575"/>
            </a:xfrm>
            <a:custGeom>
              <a:rect b="b" l="l" r="r" t="t"/>
              <a:pathLst>
                <a:path extrusionOk="0" h="983" w="605">
                  <a:moveTo>
                    <a:pt x="486" y="0"/>
                  </a:moveTo>
                  <a:lnTo>
                    <a:pt x="0" y="59"/>
                  </a:lnTo>
                  <a:lnTo>
                    <a:pt x="119" y="983"/>
                  </a:lnTo>
                  <a:lnTo>
                    <a:pt x="604" y="924"/>
                  </a:lnTo>
                  <a:lnTo>
                    <a:pt x="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7"/>
            <p:cNvSpPr/>
            <p:nvPr/>
          </p:nvSpPr>
          <p:spPr>
            <a:xfrm>
              <a:off x="1998825" y="1757100"/>
              <a:ext cx="13625" cy="13050"/>
            </a:xfrm>
            <a:custGeom>
              <a:rect b="b" l="l" r="r" t="t"/>
              <a:pathLst>
                <a:path extrusionOk="0" h="522" w="545">
                  <a:moveTo>
                    <a:pt x="486" y="1"/>
                  </a:moveTo>
                  <a:lnTo>
                    <a:pt x="0" y="60"/>
                  </a:lnTo>
                  <a:lnTo>
                    <a:pt x="60" y="522"/>
                  </a:lnTo>
                  <a:lnTo>
                    <a:pt x="545" y="463"/>
                  </a:lnTo>
                  <a:lnTo>
                    <a:pt x="4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7"/>
            <p:cNvSpPr/>
            <p:nvPr/>
          </p:nvSpPr>
          <p:spPr>
            <a:xfrm>
              <a:off x="1988825" y="1745625"/>
              <a:ext cx="31925" cy="21025"/>
            </a:xfrm>
            <a:custGeom>
              <a:rect b="b" l="l" r="r" t="t"/>
              <a:pathLst>
                <a:path extrusionOk="0" h="841" w="1277">
                  <a:moveTo>
                    <a:pt x="662" y="0"/>
                  </a:moveTo>
                  <a:cubicBezTo>
                    <a:pt x="332" y="0"/>
                    <a:pt x="1" y="238"/>
                    <a:pt x="45" y="673"/>
                  </a:cubicBezTo>
                  <a:cubicBezTo>
                    <a:pt x="33" y="685"/>
                    <a:pt x="33" y="697"/>
                    <a:pt x="45" y="697"/>
                  </a:cubicBezTo>
                  <a:cubicBezTo>
                    <a:pt x="56" y="783"/>
                    <a:pt x="117" y="840"/>
                    <a:pt x="199" y="840"/>
                  </a:cubicBezTo>
                  <a:cubicBezTo>
                    <a:pt x="207" y="840"/>
                    <a:pt x="215" y="840"/>
                    <a:pt x="223" y="839"/>
                  </a:cubicBezTo>
                  <a:lnTo>
                    <a:pt x="1122" y="720"/>
                  </a:lnTo>
                  <a:cubicBezTo>
                    <a:pt x="1217" y="708"/>
                    <a:pt x="1276" y="626"/>
                    <a:pt x="1265" y="543"/>
                  </a:cubicBezTo>
                  <a:cubicBezTo>
                    <a:pt x="1221" y="173"/>
                    <a:pt x="942" y="0"/>
                    <a:pt x="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7"/>
            <p:cNvSpPr/>
            <p:nvPr/>
          </p:nvSpPr>
          <p:spPr>
            <a:xfrm>
              <a:off x="2033750" y="1750900"/>
              <a:ext cx="15100" cy="24875"/>
            </a:xfrm>
            <a:custGeom>
              <a:rect b="b" l="l" r="r" t="t"/>
              <a:pathLst>
                <a:path extrusionOk="0" h="995" w="604">
                  <a:moveTo>
                    <a:pt x="485" y="0"/>
                  </a:moveTo>
                  <a:lnTo>
                    <a:pt x="0" y="71"/>
                  </a:lnTo>
                  <a:lnTo>
                    <a:pt x="119" y="995"/>
                  </a:lnTo>
                  <a:lnTo>
                    <a:pt x="604" y="924"/>
                  </a:lnTo>
                  <a:lnTo>
                    <a:pt x="4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7"/>
            <p:cNvSpPr/>
            <p:nvPr/>
          </p:nvSpPr>
          <p:spPr>
            <a:xfrm>
              <a:off x="2033750" y="1751500"/>
              <a:ext cx="13625" cy="13325"/>
            </a:xfrm>
            <a:custGeom>
              <a:rect b="b" l="l" r="r" t="t"/>
              <a:pathLst>
                <a:path extrusionOk="0" h="533" w="545">
                  <a:moveTo>
                    <a:pt x="485" y="0"/>
                  </a:moveTo>
                  <a:lnTo>
                    <a:pt x="0" y="71"/>
                  </a:lnTo>
                  <a:lnTo>
                    <a:pt x="59" y="533"/>
                  </a:lnTo>
                  <a:lnTo>
                    <a:pt x="545" y="462"/>
                  </a:lnTo>
                  <a:lnTo>
                    <a:pt x="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7"/>
            <p:cNvSpPr/>
            <p:nvPr/>
          </p:nvSpPr>
          <p:spPr>
            <a:xfrm>
              <a:off x="2023450" y="1740025"/>
              <a:ext cx="32225" cy="21250"/>
            </a:xfrm>
            <a:custGeom>
              <a:rect b="b" l="l" r="r" t="t"/>
              <a:pathLst>
                <a:path extrusionOk="0" h="850" w="1289">
                  <a:moveTo>
                    <a:pt x="671" y="1"/>
                  </a:moveTo>
                  <a:cubicBezTo>
                    <a:pt x="338" y="1"/>
                    <a:pt x="0" y="241"/>
                    <a:pt x="45" y="684"/>
                  </a:cubicBezTo>
                  <a:cubicBezTo>
                    <a:pt x="45" y="779"/>
                    <a:pt x="128" y="850"/>
                    <a:pt x="223" y="850"/>
                  </a:cubicBezTo>
                  <a:lnTo>
                    <a:pt x="1134" y="731"/>
                  </a:lnTo>
                  <a:cubicBezTo>
                    <a:pt x="1217" y="719"/>
                    <a:pt x="1288" y="637"/>
                    <a:pt x="1276" y="542"/>
                  </a:cubicBezTo>
                  <a:cubicBezTo>
                    <a:pt x="1233" y="173"/>
                    <a:pt x="953" y="1"/>
                    <a:pt x="6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7"/>
            <p:cNvSpPr/>
            <p:nvPr/>
          </p:nvSpPr>
          <p:spPr>
            <a:xfrm>
              <a:off x="2071625" y="1743500"/>
              <a:ext cx="15400" cy="24575"/>
            </a:xfrm>
            <a:custGeom>
              <a:rect b="b" l="l" r="r" t="t"/>
              <a:pathLst>
                <a:path extrusionOk="0" h="983" w="616">
                  <a:moveTo>
                    <a:pt x="486" y="0"/>
                  </a:moveTo>
                  <a:lnTo>
                    <a:pt x="0" y="60"/>
                  </a:lnTo>
                  <a:lnTo>
                    <a:pt x="130" y="983"/>
                  </a:lnTo>
                  <a:lnTo>
                    <a:pt x="616" y="924"/>
                  </a:lnTo>
                  <a:lnTo>
                    <a:pt x="4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7"/>
            <p:cNvSpPr/>
            <p:nvPr/>
          </p:nvSpPr>
          <p:spPr>
            <a:xfrm>
              <a:off x="2072497" y="1745846"/>
              <a:ext cx="13650" cy="13350"/>
            </a:xfrm>
            <a:custGeom>
              <a:rect b="b" l="l" r="r" t="t"/>
              <a:pathLst>
                <a:path extrusionOk="0" h="534" w="546">
                  <a:moveTo>
                    <a:pt x="486" y="1"/>
                  </a:moveTo>
                  <a:lnTo>
                    <a:pt x="1" y="60"/>
                  </a:lnTo>
                  <a:lnTo>
                    <a:pt x="60" y="534"/>
                  </a:lnTo>
                  <a:lnTo>
                    <a:pt x="545" y="463"/>
                  </a:lnTo>
                  <a:lnTo>
                    <a:pt x="4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57"/>
            <p:cNvSpPr/>
            <p:nvPr/>
          </p:nvSpPr>
          <p:spPr>
            <a:xfrm>
              <a:off x="2061859" y="1734645"/>
              <a:ext cx="31575" cy="20600"/>
            </a:xfrm>
            <a:custGeom>
              <a:rect b="b" l="l" r="r" t="t"/>
              <a:pathLst>
                <a:path extrusionOk="0" h="824" w="1263">
                  <a:moveTo>
                    <a:pt x="652" y="1"/>
                  </a:moveTo>
                  <a:cubicBezTo>
                    <a:pt x="329" y="1"/>
                    <a:pt x="1" y="233"/>
                    <a:pt x="20" y="656"/>
                  </a:cubicBezTo>
                  <a:cubicBezTo>
                    <a:pt x="20" y="668"/>
                    <a:pt x="20" y="680"/>
                    <a:pt x="20" y="680"/>
                  </a:cubicBezTo>
                  <a:cubicBezTo>
                    <a:pt x="31" y="766"/>
                    <a:pt x="101" y="823"/>
                    <a:pt x="186" y="823"/>
                  </a:cubicBezTo>
                  <a:cubicBezTo>
                    <a:pt x="193" y="823"/>
                    <a:pt x="201" y="823"/>
                    <a:pt x="210" y="822"/>
                  </a:cubicBezTo>
                  <a:lnTo>
                    <a:pt x="1109" y="703"/>
                  </a:lnTo>
                  <a:cubicBezTo>
                    <a:pt x="1204" y="692"/>
                    <a:pt x="1263" y="609"/>
                    <a:pt x="1251" y="526"/>
                  </a:cubicBezTo>
                  <a:cubicBezTo>
                    <a:pt x="1197" y="168"/>
                    <a:pt x="926" y="1"/>
                    <a:pt x="6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7"/>
            <p:cNvSpPr/>
            <p:nvPr/>
          </p:nvSpPr>
          <p:spPr>
            <a:xfrm>
              <a:off x="1839025" y="1759900"/>
              <a:ext cx="308675" cy="145525"/>
            </a:xfrm>
            <a:custGeom>
              <a:rect b="b" l="l" r="r" t="t"/>
              <a:pathLst>
                <a:path extrusionOk="0" h="5821" w="12347">
                  <a:moveTo>
                    <a:pt x="10591" y="0"/>
                  </a:moveTo>
                  <a:cubicBezTo>
                    <a:pt x="10513" y="0"/>
                    <a:pt x="10436" y="7"/>
                    <a:pt x="10358" y="19"/>
                  </a:cubicBezTo>
                  <a:lnTo>
                    <a:pt x="1563" y="1511"/>
                  </a:lnTo>
                  <a:cubicBezTo>
                    <a:pt x="1090" y="1593"/>
                    <a:pt x="770" y="2020"/>
                    <a:pt x="829" y="2493"/>
                  </a:cubicBezTo>
                  <a:lnTo>
                    <a:pt x="877" y="3191"/>
                  </a:lnTo>
                  <a:lnTo>
                    <a:pt x="1" y="3653"/>
                  </a:lnTo>
                  <a:lnTo>
                    <a:pt x="1066" y="5760"/>
                  </a:lnTo>
                  <a:cubicBezTo>
                    <a:pt x="1066" y="5760"/>
                    <a:pt x="1981" y="5218"/>
                    <a:pt x="2956" y="5218"/>
                  </a:cubicBezTo>
                  <a:cubicBezTo>
                    <a:pt x="3393" y="5218"/>
                    <a:pt x="3842" y="5327"/>
                    <a:pt x="4226" y="5642"/>
                  </a:cubicBezTo>
                  <a:cubicBezTo>
                    <a:pt x="4375" y="5761"/>
                    <a:pt x="4556" y="5821"/>
                    <a:pt x="4738" y="5821"/>
                  </a:cubicBezTo>
                  <a:cubicBezTo>
                    <a:pt x="4932" y="5821"/>
                    <a:pt x="5127" y="5753"/>
                    <a:pt x="5280" y="5618"/>
                  </a:cubicBezTo>
                  <a:lnTo>
                    <a:pt x="8263" y="2990"/>
                  </a:lnTo>
                  <a:cubicBezTo>
                    <a:pt x="8402" y="2865"/>
                    <a:pt x="8578" y="2801"/>
                    <a:pt x="8757" y="2801"/>
                  </a:cubicBezTo>
                  <a:cubicBezTo>
                    <a:pt x="8883" y="2801"/>
                    <a:pt x="9010" y="2832"/>
                    <a:pt x="9127" y="2895"/>
                  </a:cubicBezTo>
                  <a:lnTo>
                    <a:pt x="9624" y="3168"/>
                  </a:lnTo>
                  <a:cubicBezTo>
                    <a:pt x="9881" y="3307"/>
                    <a:pt x="10158" y="3373"/>
                    <a:pt x="10432" y="3373"/>
                  </a:cubicBezTo>
                  <a:cubicBezTo>
                    <a:pt x="11063" y="3373"/>
                    <a:pt x="11674" y="3021"/>
                    <a:pt x="11979" y="2410"/>
                  </a:cubicBezTo>
                  <a:cubicBezTo>
                    <a:pt x="12346" y="1641"/>
                    <a:pt x="12098" y="717"/>
                    <a:pt x="11399" y="244"/>
                  </a:cubicBezTo>
                  <a:cubicBezTo>
                    <a:pt x="11157" y="85"/>
                    <a:pt x="10878" y="0"/>
                    <a:pt x="105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7"/>
            <p:cNvSpPr/>
            <p:nvPr/>
          </p:nvSpPr>
          <p:spPr>
            <a:xfrm>
              <a:off x="933525" y="1818375"/>
              <a:ext cx="977425" cy="464600"/>
            </a:xfrm>
            <a:custGeom>
              <a:rect b="b" l="l" r="r" t="t"/>
              <a:pathLst>
                <a:path extrusionOk="0" h="18584" w="39097">
                  <a:moveTo>
                    <a:pt x="0" y="18584"/>
                  </a:moveTo>
                  <a:lnTo>
                    <a:pt x="39097"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57"/>
            <p:cNvSpPr/>
            <p:nvPr/>
          </p:nvSpPr>
          <p:spPr>
            <a:xfrm>
              <a:off x="932625" y="1816600"/>
              <a:ext cx="979225" cy="467850"/>
            </a:xfrm>
            <a:custGeom>
              <a:rect b="b" l="l" r="r" t="t"/>
              <a:pathLst>
                <a:path extrusionOk="0" h="18714" w="39169">
                  <a:moveTo>
                    <a:pt x="39109" y="0"/>
                  </a:moveTo>
                  <a:lnTo>
                    <a:pt x="1" y="18584"/>
                  </a:lnTo>
                  <a:lnTo>
                    <a:pt x="60" y="18714"/>
                  </a:lnTo>
                  <a:lnTo>
                    <a:pt x="39168" y="130"/>
                  </a:lnTo>
                  <a:lnTo>
                    <a:pt x="391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57"/>
            <p:cNvSpPr/>
            <p:nvPr/>
          </p:nvSpPr>
          <p:spPr>
            <a:xfrm>
              <a:off x="943875" y="1812450"/>
              <a:ext cx="1002000" cy="481475"/>
            </a:xfrm>
            <a:custGeom>
              <a:rect b="b" l="l" r="r" t="t"/>
              <a:pathLst>
                <a:path extrusionOk="0" h="19259" w="40080">
                  <a:moveTo>
                    <a:pt x="1" y="19259"/>
                  </a:moveTo>
                  <a:lnTo>
                    <a:pt x="40080"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57"/>
            <p:cNvSpPr/>
            <p:nvPr/>
          </p:nvSpPr>
          <p:spPr>
            <a:xfrm>
              <a:off x="943275" y="1810675"/>
              <a:ext cx="1003200" cy="484725"/>
            </a:xfrm>
            <a:custGeom>
              <a:rect b="b" l="l" r="r" t="t"/>
              <a:pathLst>
                <a:path extrusionOk="0" h="19389" w="40128">
                  <a:moveTo>
                    <a:pt x="40068" y="0"/>
                  </a:moveTo>
                  <a:lnTo>
                    <a:pt x="1" y="19259"/>
                  </a:lnTo>
                  <a:lnTo>
                    <a:pt x="60" y="19389"/>
                  </a:lnTo>
                  <a:lnTo>
                    <a:pt x="40127" y="131"/>
                  </a:lnTo>
                  <a:lnTo>
                    <a:pt x="4006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7"/>
            <p:cNvSpPr/>
            <p:nvPr/>
          </p:nvSpPr>
          <p:spPr>
            <a:xfrm>
              <a:off x="948325" y="1804150"/>
              <a:ext cx="1034550" cy="501025"/>
            </a:xfrm>
            <a:custGeom>
              <a:rect b="b" l="l" r="r" t="t"/>
              <a:pathLst>
                <a:path extrusionOk="0" h="20041" w="41382">
                  <a:moveTo>
                    <a:pt x="0" y="20040"/>
                  </a:moveTo>
                  <a:lnTo>
                    <a:pt x="41381" y="1"/>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7"/>
            <p:cNvSpPr/>
            <p:nvPr/>
          </p:nvSpPr>
          <p:spPr>
            <a:xfrm>
              <a:off x="947425" y="1802675"/>
              <a:ext cx="1036325" cy="503675"/>
            </a:xfrm>
            <a:custGeom>
              <a:rect b="b" l="l" r="r" t="t"/>
              <a:pathLst>
                <a:path extrusionOk="0" h="20147" w="41453">
                  <a:moveTo>
                    <a:pt x="41394" y="1"/>
                  </a:moveTo>
                  <a:lnTo>
                    <a:pt x="1" y="20017"/>
                  </a:lnTo>
                  <a:lnTo>
                    <a:pt x="60" y="20147"/>
                  </a:lnTo>
                  <a:lnTo>
                    <a:pt x="41453" y="143"/>
                  </a:lnTo>
                  <a:lnTo>
                    <a:pt x="413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7"/>
            <p:cNvSpPr/>
            <p:nvPr/>
          </p:nvSpPr>
          <p:spPr>
            <a:xfrm>
              <a:off x="955125" y="1797950"/>
              <a:ext cx="1061175" cy="522025"/>
            </a:xfrm>
            <a:custGeom>
              <a:rect b="b" l="l" r="r" t="t"/>
              <a:pathLst>
                <a:path extrusionOk="0" h="20881" w="42447">
                  <a:moveTo>
                    <a:pt x="0" y="20880"/>
                  </a:moveTo>
                  <a:lnTo>
                    <a:pt x="42447"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57"/>
            <p:cNvSpPr/>
            <p:nvPr/>
          </p:nvSpPr>
          <p:spPr>
            <a:xfrm>
              <a:off x="954225" y="1796475"/>
              <a:ext cx="1062975" cy="524975"/>
            </a:xfrm>
            <a:custGeom>
              <a:rect b="b" l="l" r="r" t="t"/>
              <a:pathLst>
                <a:path extrusionOk="0" h="20999" w="42519">
                  <a:moveTo>
                    <a:pt x="42447" y="0"/>
                  </a:moveTo>
                  <a:lnTo>
                    <a:pt x="1" y="20880"/>
                  </a:lnTo>
                  <a:lnTo>
                    <a:pt x="60" y="20998"/>
                  </a:lnTo>
                  <a:lnTo>
                    <a:pt x="42518" y="130"/>
                  </a:lnTo>
                  <a:lnTo>
                    <a:pt x="4244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7"/>
            <p:cNvSpPr/>
            <p:nvPr/>
          </p:nvSpPr>
          <p:spPr>
            <a:xfrm>
              <a:off x="960450" y="1792325"/>
              <a:ext cx="1088700" cy="540675"/>
            </a:xfrm>
            <a:custGeom>
              <a:rect b="b" l="l" r="r" t="t"/>
              <a:pathLst>
                <a:path extrusionOk="0" h="21627" w="43548">
                  <a:moveTo>
                    <a:pt x="0" y="21626"/>
                  </a:moveTo>
                  <a:lnTo>
                    <a:pt x="43548"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57"/>
            <p:cNvSpPr/>
            <p:nvPr/>
          </p:nvSpPr>
          <p:spPr>
            <a:xfrm>
              <a:off x="959850" y="1790250"/>
              <a:ext cx="1089900" cy="544525"/>
            </a:xfrm>
            <a:custGeom>
              <a:rect b="b" l="l" r="r" t="t"/>
              <a:pathLst>
                <a:path extrusionOk="0" h="21781" w="43596">
                  <a:moveTo>
                    <a:pt x="43536" y="1"/>
                  </a:moveTo>
                  <a:lnTo>
                    <a:pt x="1" y="21650"/>
                  </a:lnTo>
                  <a:lnTo>
                    <a:pt x="72" y="21780"/>
                  </a:lnTo>
                  <a:lnTo>
                    <a:pt x="43595" y="131"/>
                  </a:lnTo>
                  <a:lnTo>
                    <a:pt x="435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7"/>
            <p:cNvSpPr/>
            <p:nvPr/>
          </p:nvSpPr>
          <p:spPr>
            <a:xfrm>
              <a:off x="969625" y="1785225"/>
              <a:ext cx="1114450" cy="559900"/>
            </a:xfrm>
            <a:custGeom>
              <a:rect b="b" l="l" r="r" t="t"/>
              <a:pathLst>
                <a:path extrusionOk="0" h="22396" w="44578">
                  <a:moveTo>
                    <a:pt x="0" y="22395"/>
                  </a:moveTo>
                  <a:lnTo>
                    <a:pt x="44577" y="0"/>
                  </a:lnTo>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7"/>
            <p:cNvSpPr/>
            <p:nvPr/>
          </p:nvSpPr>
          <p:spPr>
            <a:xfrm>
              <a:off x="969025" y="1783450"/>
              <a:ext cx="1115925" cy="563450"/>
            </a:xfrm>
            <a:custGeom>
              <a:rect b="b" l="l" r="r" t="t"/>
              <a:pathLst>
                <a:path extrusionOk="0" h="22538" w="44637">
                  <a:moveTo>
                    <a:pt x="44566" y="0"/>
                  </a:moveTo>
                  <a:lnTo>
                    <a:pt x="1" y="22407"/>
                  </a:lnTo>
                  <a:lnTo>
                    <a:pt x="60" y="22537"/>
                  </a:lnTo>
                  <a:lnTo>
                    <a:pt x="44637" y="131"/>
                  </a:lnTo>
                  <a:lnTo>
                    <a:pt x="445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7"/>
            <p:cNvSpPr/>
            <p:nvPr/>
          </p:nvSpPr>
          <p:spPr>
            <a:xfrm>
              <a:off x="1895550" y="1802875"/>
              <a:ext cx="23175" cy="18700"/>
            </a:xfrm>
            <a:custGeom>
              <a:rect b="b" l="l" r="r" t="t"/>
              <a:pathLst>
                <a:path extrusionOk="0" h="748" w="927">
                  <a:moveTo>
                    <a:pt x="461" y="1"/>
                  </a:moveTo>
                  <a:cubicBezTo>
                    <a:pt x="406" y="1"/>
                    <a:pt x="350" y="13"/>
                    <a:pt x="296" y="40"/>
                  </a:cubicBezTo>
                  <a:cubicBezTo>
                    <a:pt x="0" y="182"/>
                    <a:pt x="24" y="620"/>
                    <a:pt x="344" y="727"/>
                  </a:cubicBezTo>
                  <a:cubicBezTo>
                    <a:pt x="385" y="741"/>
                    <a:pt x="426" y="748"/>
                    <a:pt x="466" y="748"/>
                  </a:cubicBezTo>
                  <a:cubicBezTo>
                    <a:pt x="723" y="748"/>
                    <a:pt x="927" y="474"/>
                    <a:pt x="793" y="218"/>
                  </a:cubicBezTo>
                  <a:cubicBezTo>
                    <a:pt x="734" y="82"/>
                    <a:pt x="602" y="1"/>
                    <a:pt x="4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7"/>
            <p:cNvSpPr/>
            <p:nvPr/>
          </p:nvSpPr>
          <p:spPr>
            <a:xfrm>
              <a:off x="1929875" y="1796500"/>
              <a:ext cx="23225" cy="18850"/>
            </a:xfrm>
            <a:custGeom>
              <a:rect b="b" l="l" r="r" t="t"/>
              <a:pathLst>
                <a:path extrusionOk="0" h="754" w="929">
                  <a:moveTo>
                    <a:pt x="459" y="1"/>
                  </a:moveTo>
                  <a:cubicBezTo>
                    <a:pt x="404" y="1"/>
                    <a:pt x="349" y="12"/>
                    <a:pt x="296" y="35"/>
                  </a:cubicBezTo>
                  <a:cubicBezTo>
                    <a:pt x="0" y="189"/>
                    <a:pt x="24" y="615"/>
                    <a:pt x="344" y="733"/>
                  </a:cubicBezTo>
                  <a:cubicBezTo>
                    <a:pt x="386" y="747"/>
                    <a:pt x="427" y="753"/>
                    <a:pt x="467" y="753"/>
                  </a:cubicBezTo>
                  <a:cubicBezTo>
                    <a:pt x="730" y="753"/>
                    <a:pt x="929" y="469"/>
                    <a:pt x="805" y="212"/>
                  </a:cubicBezTo>
                  <a:cubicBezTo>
                    <a:pt x="737" y="76"/>
                    <a:pt x="601" y="1"/>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7"/>
            <p:cNvSpPr/>
            <p:nvPr/>
          </p:nvSpPr>
          <p:spPr>
            <a:xfrm>
              <a:off x="1964500" y="1790000"/>
              <a:ext cx="23200" cy="18850"/>
            </a:xfrm>
            <a:custGeom>
              <a:rect b="b" l="l" r="r" t="t"/>
              <a:pathLst>
                <a:path extrusionOk="0" h="754" w="928">
                  <a:moveTo>
                    <a:pt x="459" y="0"/>
                  </a:moveTo>
                  <a:cubicBezTo>
                    <a:pt x="404" y="0"/>
                    <a:pt x="349" y="11"/>
                    <a:pt x="296" y="34"/>
                  </a:cubicBezTo>
                  <a:cubicBezTo>
                    <a:pt x="0" y="188"/>
                    <a:pt x="24" y="626"/>
                    <a:pt x="344" y="733"/>
                  </a:cubicBezTo>
                  <a:cubicBezTo>
                    <a:pt x="384" y="747"/>
                    <a:pt x="424" y="753"/>
                    <a:pt x="463" y="753"/>
                  </a:cubicBezTo>
                  <a:cubicBezTo>
                    <a:pt x="721" y="753"/>
                    <a:pt x="927" y="469"/>
                    <a:pt x="793" y="212"/>
                  </a:cubicBezTo>
                  <a:cubicBezTo>
                    <a:pt x="734" y="75"/>
                    <a:pt x="600" y="0"/>
                    <a:pt x="4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57"/>
            <p:cNvSpPr/>
            <p:nvPr/>
          </p:nvSpPr>
          <p:spPr>
            <a:xfrm>
              <a:off x="1998825" y="1783575"/>
              <a:ext cx="23200" cy="18750"/>
            </a:xfrm>
            <a:custGeom>
              <a:rect b="b" l="l" r="r" t="t"/>
              <a:pathLst>
                <a:path extrusionOk="0" h="750" w="928">
                  <a:moveTo>
                    <a:pt x="471" y="1"/>
                  </a:moveTo>
                  <a:cubicBezTo>
                    <a:pt x="413" y="1"/>
                    <a:pt x="353" y="14"/>
                    <a:pt x="296" y="43"/>
                  </a:cubicBezTo>
                  <a:cubicBezTo>
                    <a:pt x="0" y="185"/>
                    <a:pt x="24" y="623"/>
                    <a:pt x="344" y="729"/>
                  </a:cubicBezTo>
                  <a:cubicBezTo>
                    <a:pt x="384" y="743"/>
                    <a:pt x="424" y="750"/>
                    <a:pt x="463" y="750"/>
                  </a:cubicBezTo>
                  <a:cubicBezTo>
                    <a:pt x="721" y="750"/>
                    <a:pt x="927" y="466"/>
                    <a:pt x="793" y="208"/>
                  </a:cubicBezTo>
                  <a:cubicBezTo>
                    <a:pt x="735" y="76"/>
                    <a:pt x="607" y="1"/>
                    <a:pt x="4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7"/>
            <p:cNvSpPr/>
            <p:nvPr/>
          </p:nvSpPr>
          <p:spPr>
            <a:xfrm>
              <a:off x="2033450" y="1777125"/>
              <a:ext cx="23175" cy="18700"/>
            </a:xfrm>
            <a:custGeom>
              <a:rect b="b" l="l" r="r" t="t"/>
              <a:pathLst>
                <a:path extrusionOk="0" h="748" w="927">
                  <a:moveTo>
                    <a:pt x="463" y="1"/>
                  </a:moveTo>
                  <a:cubicBezTo>
                    <a:pt x="407" y="1"/>
                    <a:pt x="350" y="13"/>
                    <a:pt x="296" y="40"/>
                  </a:cubicBezTo>
                  <a:cubicBezTo>
                    <a:pt x="0" y="182"/>
                    <a:pt x="24" y="620"/>
                    <a:pt x="344" y="727"/>
                  </a:cubicBezTo>
                  <a:cubicBezTo>
                    <a:pt x="385" y="741"/>
                    <a:pt x="426" y="748"/>
                    <a:pt x="466" y="748"/>
                  </a:cubicBezTo>
                  <a:cubicBezTo>
                    <a:pt x="723" y="748"/>
                    <a:pt x="927" y="472"/>
                    <a:pt x="793" y="206"/>
                  </a:cubicBezTo>
                  <a:cubicBezTo>
                    <a:pt x="734" y="79"/>
                    <a:pt x="603" y="1"/>
                    <a:pt x="4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57"/>
            <p:cNvSpPr/>
            <p:nvPr/>
          </p:nvSpPr>
          <p:spPr>
            <a:xfrm>
              <a:off x="2067775" y="1770625"/>
              <a:ext cx="23225" cy="18700"/>
            </a:xfrm>
            <a:custGeom>
              <a:rect b="b" l="l" r="r" t="t"/>
              <a:pathLst>
                <a:path extrusionOk="0" h="748" w="929">
                  <a:moveTo>
                    <a:pt x="463" y="0"/>
                  </a:moveTo>
                  <a:cubicBezTo>
                    <a:pt x="407" y="0"/>
                    <a:pt x="350" y="13"/>
                    <a:pt x="296" y="40"/>
                  </a:cubicBezTo>
                  <a:cubicBezTo>
                    <a:pt x="0" y="182"/>
                    <a:pt x="36" y="620"/>
                    <a:pt x="344" y="726"/>
                  </a:cubicBezTo>
                  <a:cubicBezTo>
                    <a:pt x="387" y="741"/>
                    <a:pt x="429" y="747"/>
                    <a:pt x="470" y="747"/>
                  </a:cubicBezTo>
                  <a:cubicBezTo>
                    <a:pt x="732" y="747"/>
                    <a:pt x="928" y="472"/>
                    <a:pt x="805" y="206"/>
                  </a:cubicBezTo>
                  <a:cubicBezTo>
                    <a:pt x="738" y="79"/>
                    <a:pt x="604" y="0"/>
                    <a:pt x="4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7"/>
            <p:cNvSpPr/>
            <p:nvPr/>
          </p:nvSpPr>
          <p:spPr>
            <a:xfrm>
              <a:off x="896825" y="2257450"/>
              <a:ext cx="96500" cy="117150"/>
            </a:xfrm>
            <a:custGeom>
              <a:rect b="b" l="l" r="r" t="t"/>
              <a:pathLst>
                <a:path extrusionOk="0" h="4686" w="3860">
                  <a:moveTo>
                    <a:pt x="1583" y="0"/>
                  </a:moveTo>
                  <a:cubicBezTo>
                    <a:pt x="1457" y="0"/>
                    <a:pt x="1330" y="28"/>
                    <a:pt x="1208" y="86"/>
                  </a:cubicBezTo>
                  <a:lnTo>
                    <a:pt x="592" y="393"/>
                  </a:lnTo>
                  <a:cubicBezTo>
                    <a:pt x="166" y="595"/>
                    <a:pt x="1" y="1104"/>
                    <a:pt x="202" y="1518"/>
                  </a:cubicBezTo>
                  <a:lnTo>
                    <a:pt x="1516" y="4217"/>
                  </a:lnTo>
                  <a:cubicBezTo>
                    <a:pt x="1667" y="4511"/>
                    <a:pt x="1962" y="4686"/>
                    <a:pt x="2273" y="4686"/>
                  </a:cubicBezTo>
                  <a:cubicBezTo>
                    <a:pt x="2400" y="4686"/>
                    <a:pt x="2529" y="4657"/>
                    <a:pt x="2652" y="4595"/>
                  </a:cubicBezTo>
                  <a:lnTo>
                    <a:pt x="3267" y="4299"/>
                  </a:lnTo>
                  <a:cubicBezTo>
                    <a:pt x="3694" y="4086"/>
                    <a:pt x="3859" y="3589"/>
                    <a:pt x="3658" y="3163"/>
                  </a:cubicBezTo>
                  <a:lnTo>
                    <a:pt x="2344" y="476"/>
                  </a:lnTo>
                  <a:cubicBezTo>
                    <a:pt x="2192" y="172"/>
                    <a:pt x="1895" y="0"/>
                    <a:pt x="15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7"/>
            <p:cNvSpPr/>
            <p:nvPr/>
          </p:nvSpPr>
          <p:spPr>
            <a:xfrm>
              <a:off x="909550" y="1231350"/>
              <a:ext cx="284400" cy="285250"/>
            </a:xfrm>
            <a:custGeom>
              <a:rect b="b" l="l" r="r" t="t"/>
              <a:pathLst>
                <a:path extrusionOk="0" h="11410" w="11376">
                  <a:moveTo>
                    <a:pt x="5827" y="1"/>
                  </a:moveTo>
                  <a:cubicBezTo>
                    <a:pt x="2984" y="1"/>
                    <a:pt x="794" y="1347"/>
                    <a:pt x="794" y="1347"/>
                  </a:cubicBezTo>
                  <a:lnTo>
                    <a:pt x="24" y="8046"/>
                  </a:lnTo>
                  <a:cubicBezTo>
                    <a:pt x="0" y="8224"/>
                    <a:pt x="12" y="8413"/>
                    <a:pt x="72" y="8591"/>
                  </a:cubicBezTo>
                  <a:cubicBezTo>
                    <a:pt x="143" y="8863"/>
                    <a:pt x="308" y="9100"/>
                    <a:pt x="521" y="9289"/>
                  </a:cubicBezTo>
                  <a:cubicBezTo>
                    <a:pt x="1800" y="10354"/>
                    <a:pt x="4132" y="11029"/>
                    <a:pt x="5481" y="11349"/>
                  </a:cubicBezTo>
                  <a:cubicBezTo>
                    <a:pt x="5654" y="11390"/>
                    <a:pt x="5828" y="11410"/>
                    <a:pt x="6001" y="11410"/>
                  </a:cubicBezTo>
                  <a:cubicBezTo>
                    <a:pt x="6526" y="11410"/>
                    <a:pt x="7036" y="11225"/>
                    <a:pt x="7446" y="10887"/>
                  </a:cubicBezTo>
                  <a:cubicBezTo>
                    <a:pt x="8239" y="10236"/>
                    <a:pt x="8890" y="9455"/>
                    <a:pt x="9387" y="8567"/>
                  </a:cubicBezTo>
                  <a:cubicBezTo>
                    <a:pt x="11376" y="5004"/>
                    <a:pt x="9920" y="1062"/>
                    <a:pt x="9920" y="1062"/>
                  </a:cubicBezTo>
                  <a:cubicBezTo>
                    <a:pt x="8517" y="273"/>
                    <a:pt x="7106" y="1"/>
                    <a:pt x="5827"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7"/>
            <p:cNvSpPr/>
            <p:nvPr/>
          </p:nvSpPr>
          <p:spPr>
            <a:xfrm>
              <a:off x="881725" y="1364425"/>
              <a:ext cx="140300" cy="209275"/>
            </a:xfrm>
            <a:custGeom>
              <a:rect b="b" l="l" r="r" t="t"/>
              <a:pathLst>
                <a:path extrusionOk="0" h="8371" w="5612">
                  <a:moveTo>
                    <a:pt x="995" y="1"/>
                  </a:moveTo>
                  <a:lnTo>
                    <a:pt x="1" y="6523"/>
                  </a:lnTo>
                  <a:cubicBezTo>
                    <a:pt x="1" y="6523"/>
                    <a:pt x="1476" y="8370"/>
                    <a:pt x="2932" y="8370"/>
                  </a:cubicBezTo>
                  <a:cubicBezTo>
                    <a:pt x="3587" y="8370"/>
                    <a:pt x="4237" y="7996"/>
                    <a:pt x="4747" y="6913"/>
                  </a:cubicBezTo>
                  <a:lnTo>
                    <a:pt x="5611" y="924"/>
                  </a:lnTo>
                  <a:lnTo>
                    <a:pt x="995" y="1"/>
                  </a:ln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7"/>
            <p:cNvSpPr/>
            <p:nvPr/>
          </p:nvSpPr>
          <p:spPr>
            <a:xfrm>
              <a:off x="995075" y="2045625"/>
              <a:ext cx="303325" cy="193975"/>
            </a:xfrm>
            <a:custGeom>
              <a:rect b="b" l="l" r="r" t="t"/>
              <a:pathLst>
                <a:path extrusionOk="0" h="7759" w="12133">
                  <a:moveTo>
                    <a:pt x="8203" y="1"/>
                  </a:moveTo>
                  <a:cubicBezTo>
                    <a:pt x="7884" y="1"/>
                    <a:pt x="5800" y="1078"/>
                    <a:pt x="4510" y="1764"/>
                  </a:cubicBezTo>
                  <a:cubicBezTo>
                    <a:pt x="3845" y="2120"/>
                    <a:pt x="3102" y="2298"/>
                    <a:pt x="2357" y="2298"/>
                  </a:cubicBezTo>
                  <a:cubicBezTo>
                    <a:pt x="2333" y="2298"/>
                    <a:pt x="2309" y="2297"/>
                    <a:pt x="2285" y="2297"/>
                  </a:cubicBezTo>
                  <a:lnTo>
                    <a:pt x="497" y="2250"/>
                  </a:lnTo>
                  <a:lnTo>
                    <a:pt x="497" y="2250"/>
                  </a:lnTo>
                  <a:cubicBezTo>
                    <a:pt x="497" y="2250"/>
                    <a:pt x="0" y="5812"/>
                    <a:pt x="2143" y="6712"/>
                  </a:cubicBezTo>
                  <a:cubicBezTo>
                    <a:pt x="2613" y="6912"/>
                    <a:pt x="3059" y="6996"/>
                    <a:pt x="3475" y="6996"/>
                  </a:cubicBezTo>
                  <a:cubicBezTo>
                    <a:pt x="5667" y="6996"/>
                    <a:pt x="7055" y="4664"/>
                    <a:pt x="7055" y="4664"/>
                  </a:cubicBezTo>
                  <a:lnTo>
                    <a:pt x="7351" y="5564"/>
                  </a:lnTo>
                  <a:cubicBezTo>
                    <a:pt x="7351" y="5564"/>
                    <a:pt x="6688" y="7410"/>
                    <a:pt x="7090" y="7730"/>
                  </a:cubicBezTo>
                  <a:cubicBezTo>
                    <a:pt x="7114" y="7749"/>
                    <a:pt x="7139" y="7759"/>
                    <a:pt x="7165" y="7759"/>
                  </a:cubicBezTo>
                  <a:cubicBezTo>
                    <a:pt x="7586" y="7759"/>
                    <a:pt x="8310" y="5398"/>
                    <a:pt x="8310" y="5398"/>
                  </a:cubicBezTo>
                  <a:lnTo>
                    <a:pt x="8120" y="4132"/>
                  </a:lnTo>
                  <a:lnTo>
                    <a:pt x="8120" y="4132"/>
                  </a:lnTo>
                  <a:lnTo>
                    <a:pt x="8878" y="5363"/>
                  </a:lnTo>
                  <a:cubicBezTo>
                    <a:pt x="8878" y="5363"/>
                    <a:pt x="8700" y="6842"/>
                    <a:pt x="8866" y="7032"/>
                  </a:cubicBezTo>
                  <a:cubicBezTo>
                    <a:pt x="8874" y="7041"/>
                    <a:pt x="8884" y="7045"/>
                    <a:pt x="8896" y="7045"/>
                  </a:cubicBezTo>
                  <a:cubicBezTo>
                    <a:pt x="9110" y="7045"/>
                    <a:pt x="9901" y="5598"/>
                    <a:pt x="9777" y="5138"/>
                  </a:cubicBezTo>
                  <a:cubicBezTo>
                    <a:pt x="9647" y="4641"/>
                    <a:pt x="8677" y="3078"/>
                    <a:pt x="8677" y="3078"/>
                  </a:cubicBezTo>
                  <a:lnTo>
                    <a:pt x="8677" y="3078"/>
                  </a:lnTo>
                  <a:lnTo>
                    <a:pt x="9612" y="3481"/>
                  </a:lnTo>
                  <a:cubicBezTo>
                    <a:pt x="9612" y="3481"/>
                    <a:pt x="10336" y="5641"/>
                    <a:pt x="10584" y="5641"/>
                  </a:cubicBezTo>
                  <a:cubicBezTo>
                    <a:pt x="10592" y="5641"/>
                    <a:pt x="10599" y="5639"/>
                    <a:pt x="10606" y="5635"/>
                  </a:cubicBezTo>
                  <a:cubicBezTo>
                    <a:pt x="11044" y="5363"/>
                    <a:pt x="10642" y="3208"/>
                    <a:pt x="10488" y="2841"/>
                  </a:cubicBezTo>
                  <a:cubicBezTo>
                    <a:pt x="10346" y="2475"/>
                    <a:pt x="8582" y="1492"/>
                    <a:pt x="8582" y="1492"/>
                  </a:cubicBezTo>
                  <a:lnTo>
                    <a:pt x="8582" y="1492"/>
                  </a:lnTo>
                  <a:lnTo>
                    <a:pt x="10180" y="1729"/>
                  </a:lnTo>
                  <a:cubicBezTo>
                    <a:pt x="10180" y="1729"/>
                    <a:pt x="11414" y="2302"/>
                    <a:pt x="11808" y="2302"/>
                  </a:cubicBezTo>
                  <a:cubicBezTo>
                    <a:pt x="11846" y="2302"/>
                    <a:pt x="11876" y="2296"/>
                    <a:pt x="11896" y="2285"/>
                  </a:cubicBezTo>
                  <a:cubicBezTo>
                    <a:pt x="12133" y="2155"/>
                    <a:pt x="10559" y="841"/>
                    <a:pt x="10559" y="841"/>
                  </a:cubicBezTo>
                  <a:cubicBezTo>
                    <a:pt x="10559" y="841"/>
                    <a:pt x="8677" y="1"/>
                    <a:pt x="8203"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7"/>
            <p:cNvSpPr/>
            <p:nvPr/>
          </p:nvSpPr>
          <p:spPr>
            <a:xfrm>
              <a:off x="850525" y="1140075"/>
              <a:ext cx="421550" cy="228825"/>
            </a:xfrm>
            <a:custGeom>
              <a:rect b="b" l="l" r="r" t="t"/>
              <a:pathLst>
                <a:path extrusionOk="0" h="9153" w="16862">
                  <a:moveTo>
                    <a:pt x="7513" y="0"/>
                  </a:moveTo>
                  <a:cubicBezTo>
                    <a:pt x="7146" y="0"/>
                    <a:pt x="6741" y="110"/>
                    <a:pt x="6291" y="369"/>
                  </a:cubicBezTo>
                  <a:cubicBezTo>
                    <a:pt x="5688" y="772"/>
                    <a:pt x="5226" y="1352"/>
                    <a:pt x="4942" y="2015"/>
                  </a:cubicBezTo>
                  <a:cubicBezTo>
                    <a:pt x="4942" y="2015"/>
                    <a:pt x="4484" y="1853"/>
                    <a:pt x="3939" y="1853"/>
                  </a:cubicBezTo>
                  <a:cubicBezTo>
                    <a:pt x="3108" y="1853"/>
                    <a:pt x="2072" y="2228"/>
                    <a:pt x="2137" y="4122"/>
                  </a:cubicBezTo>
                  <a:cubicBezTo>
                    <a:pt x="2137" y="4122"/>
                    <a:pt x="2088" y="4119"/>
                    <a:pt x="2006" y="4119"/>
                  </a:cubicBezTo>
                  <a:cubicBezTo>
                    <a:pt x="1541" y="4119"/>
                    <a:pt x="1" y="4213"/>
                    <a:pt x="172" y="5471"/>
                  </a:cubicBezTo>
                  <a:cubicBezTo>
                    <a:pt x="425" y="7419"/>
                    <a:pt x="2131" y="7558"/>
                    <a:pt x="2614" y="7558"/>
                  </a:cubicBezTo>
                  <a:cubicBezTo>
                    <a:pt x="2694" y="7558"/>
                    <a:pt x="2740" y="7554"/>
                    <a:pt x="2740" y="7554"/>
                  </a:cubicBezTo>
                  <a:lnTo>
                    <a:pt x="3237" y="9152"/>
                  </a:lnTo>
                  <a:lnTo>
                    <a:pt x="3983" y="9069"/>
                  </a:lnTo>
                  <a:cubicBezTo>
                    <a:pt x="3983" y="9069"/>
                    <a:pt x="3984" y="9069"/>
                    <a:pt x="3986" y="9069"/>
                  </a:cubicBezTo>
                  <a:cubicBezTo>
                    <a:pt x="4085" y="9069"/>
                    <a:pt x="6456" y="9024"/>
                    <a:pt x="5297" y="4619"/>
                  </a:cubicBezTo>
                  <a:lnTo>
                    <a:pt x="5297" y="4619"/>
                  </a:lnTo>
                  <a:cubicBezTo>
                    <a:pt x="5297" y="4619"/>
                    <a:pt x="6699" y="6487"/>
                    <a:pt x="7971" y="6487"/>
                  </a:cubicBezTo>
                  <a:cubicBezTo>
                    <a:pt x="8623" y="6487"/>
                    <a:pt x="9240" y="5996"/>
                    <a:pt x="9617" y="4512"/>
                  </a:cubicBezTo>
                  <a:cubicBezTo>
                    <a:pt x="9617" y="4512"/>
                    <a:pt x="10364" y="7700"/>
                    <a:pt x="12617" y="7700"/>
                  </a:cubicBezTo>
                  <a:cubicBezTo>
                    <a:pt x="12932" y="7700"/>
                    <a:pt x="13277" y="7638"/>
                    <a:pt x="13654" y="7495"/>
                  </a:cubicBezTo>
                  <a:cubicBezTo>
                    <a:pt x="16861" y="6300"/>
                    <a:pt x="13997" y="1411"/>
                    <a:pt x="13997" y="1411"/>
                  </a:cubicBezTo>
                  <a:lnTo>
                    <a:pt x="13997" y="1411"/>
                  </a:lnTo>
                  <a:cubicBezTo>
                    <a:pt x="13997" y="1411"/>
                    <a:pt x="13921" y="3317"/>
                    <a:pt x="12848" y="3317"/>
                  </a:cubicBezTo>
                  <a:cubicBezTo>
                    <a:pt x="12799" y="3317"/>
                    <a:pt x="12748" y="3313"/>
                    <a:pt x="12695" y="3305"/>
                  </a:cubicBezTo>
                  <a:cubicBezTo>
                    <a:pt x="12695" y="3305"/>
                    <a:pt x="12837" y="1825"/>
                    <a:pt x="11215" y="1695"/>
                  </a:cubicBezTo>
                  <a:lnTo>
                    <a:pt x="11215" y="1695"/>
                  </a:lnTo>
                  <a:cubicBezTo>
                    <a:pt x="11215" y="1695"/>
                    <a:pt x="12328" y="2630"/>
                    <a:pt x="11310" y="3068"/>
                  </a:cubicBezTo>
                  <a:cubicBezTo>
                    <a:pt x="11266" y="3087"/>
                    <a:pt x="11221" y="3096"/>
                    <a:pt x="11177" y="3096"/>
                  </a:cubicBezTo>
                  <a:cubicBezTo>
                    <a:pt x="10354" y="3096"/>
                    <a:pt x="9468" y="0"/>
                    <a:pt x="75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57"/>
            <p:cNvSpPr/>
            <p:nvPr/>
          </p:nvSpPr>
          <p:spPr>
            <a:xfrm>
              <a:off x="864875" y="1301450"/>
              <a:ext cx="87025" cy="92825"/>
            </a:xfrm>
            <a:custGeom>
              <a:rect b="b" l="l" r="r" t="t"/>
              <a:pathLst>
                <a:path extrusionOk="0" h="3713" w="3481">
                  <a:moveTo>
                    <a:pt x="1658" y="1"/>
                  </a:moveTo>
                  <a:cubicBezTo>
                    <a:pt x="1579" y="1"/>
                    <a:pt x="1500" y="8"/>
                    <a:pt x="1421" y="22"/>
                  </a:cubicBezTo>
                  <a:cubicBezTo>
                    <a:pt x="556" y="176"/>
                    <a:pt x="0" y="1123"/>
                    <a:pt x="190" y="2129"/>
                  </a:cubicBezTo>
                  <a:cubicBezTo>
                    <a:pt x="351" y="3052"/>
                    <a:pt x="1067" y="3713"/>
                    <a:pt x="1834" y="3713"/>
                  </a:cubicBezTo>
                  <a:cubicBezTo>
                    <a:pt x="1913" y="3713"/>
                    <a:pt x="1992" y="3706"/>
                    <a:pt x="2072" y="3692"/>
                  </a:cubicBezTo>
                  <a:cubicBezTo>
                    <a:pt x="2936" y="3538"/>
                    <a:pt x="3480" y="2591"/>
                    <a:pt x="3303" y="1573"/>
                  </a:cubicBezTo>
                  <a:cubicBezTo>
                    <a:pt x="3142" y="660"/>
                    <a:pt x="2426" y="1"/>
                    <a:pt x="1658"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57"/>
            <p:cNvSpPr/>
            <p:nvPr/>
          </p:nvSpPr>
          <p:spPr>
            <a:xfrm>
              <a:off x="469825" y="1665675"/>
              <a:ext cx="586225" cy="645325"/>
            </a:xfrm>
            <a:custGeom>
              <a:rect b="b" l="l" r="r" t="t"/>
              <a:pathLst>
                <a:path extrusionOk="0" h="25813" w="23449">
                  <a:moveTo>
                    <a:pt x="3563" y="0"/>
                  </a:moveTo>
                  <a:lnTo>
                    <a:pt x="1645" y="1208"/>
                  </a:lnTo>
                  <a:cubicBezTo>
                    <a:pt x="0" y="6084"/>
                    <a:pt x="2154" y="23248"/>
                    <a:pt x="6925" y="25177"/>
                  </a:cubicBezTo>
                  <a:cubicBezTo>
                    <a:pt x="8029" y="25623"/>
                    <a:pt x="9302" y="25812"/>
                    <a:pt x="10656" y="25812"/>
                  </a:cubicBezTo>
                  <a:cubicBezTo>
                    <a:pt x="14148" y="25812"/>
                    <a:pt x="18180" y="24558"/>
                    <a:pt x="21259" y="23236"/>
                  </a:cubicBezTo>
                  <a:cubicBezTo>
                    <a:pt x="22135" y="22869"/>
                    <a:pt x="22265" y="21780"/>
                    <a:pt x="22431" y="21401"/>
                  </a:cubicBezTo>
                  <a:lnTo>
                    <a:pt x="23449" y="17519"/>
                  </a:lnTo>
                  <a:cubicBezTo>
                    <a:pt x="23082" y="16939"/>
                    <a:pt x="22466" y="16560"/>
                    <a:pt x="21780" y="16501"/>
                  </a:cubicBezTo>
                  <a:lnTo>
                    <a:pt x="12760" y="15696"/>
                  </a:lnTo>
                  <a:lnTo>
                    <a:pt x="35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7"/>
            <p:cNvSpPr/>
            <p:nvPr/>
          </p:nvSpPr>
          <p:spPr>
            <a:xfrm>
              <a:off x="813975" y="1477175"/>
              <a:ext cx="161000" cy="183200"/>
            </a:xfrm>
            <a:custGeom>
              <a:rect b="b" l="l" r="r" t="t"/>
              <a:pathLst>
                <a:path extrusionOk="0" h="7328" w="6440">
                  <a:moveTo>
                    <a:pt x="2948" y="0"/>
                  </a:moveTo>
                  <a:lnTo>
                    <a:pt x="2948" y="0"/>
                  </a:lnTo>
                  <a:cubicBezTo>
                    <a:pt x="2012" y="1066"/>
                    <a:pt x="0" y="1965"/>
                    <a:pt x="12" y="1965"/>
                  </a:cubicBezTo>
                  <a:cubicBezTo>
                    <a:pt x="12" y="1977"/>
                    <a:pt x="12" y="1989"/>
                    <a:pt x="12" y="1989"/>
                  </a:cubicBezTo>
                  <a:cubicBezTo>
                    <a:pt x="805" y="4640"/>
                    <a:pt x="2924" y="5445"/>
                    <a:pt x="2924" y="5445"/>
                  </a:cubicBezTo>
                  <a:lnTo>
                    <a:pt x="4226" y="4072"/>
                  </a:lnTo>
                  <a:lnTo>
                    <a:pt x="6439" y="7327"/>
                  </a:lnTo>
                  <a:lnTo>
                    <a:pt x="5208" y="2960"/>
                  </a:lnTo>
                  <a:cubicBezTo>
                    <a:pt x="4735" y="2735"/>
                    <a:pt x="4297" y="2451"/>
                    <a:pt x="3906" y="2107"/>
                  </a:cubicBezTo>
                  <a:cubicBezTo>
                    <a:pt x="2711" y="1054"/>
                    <a:pt x="2948" y="1"/>
                    <a:pt x="29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7"/>
            <p:cNvSpPr/>
            <p:nvPr/>
          </p:nvSpPr>
          <p:spPr>
            <a:xfrm>
              <a:off x="974950" y="1510325"/>
              <a:ext cx="71625" cy="150050"/>
            </a:xfrm>
            <a:custGeom>
              <a:rect b="b" l="l" r="r" t="t"/>
              <a:pathLst>
                <a:path extrusionOk="0" h="6002" w="2865">
                  <a:moveTo>
                    <a:pt x="1172" y="0"/>
                  </a:moveTo>
                  <a:lnTo>
                    <a:pt x="1172" y="0"/>
                  </a:lnTo>
                  <a:cubicBezTo>
                    <a:pt x="1184" y="320"/>
                    <a:pt x="1078" y="651"/>
                    <a:pt x="864" y="900"/>
                  </a:cubicBezTo>
                  <a:cubicBezTo>
                    <a:pt x="793" y="971"/>
                    <a:pt x="722" y="1042"/>
                    <a:pt x="640" y="1089"/>
                  </a:cubicBezTo>
                  <a:lnTo>
                    <a:pt x="0" y="6001"/>
                  </a:lnTo>
                  <a:lnTo>
                    <a:pt x="1255" y="2237"/>
                  </a:lnTo>
                  <a:lnTo>
                    <a:pt x="1622" y="2746"/>
                  </a:lnTo>
                  <a:cubicBezTo>
                    <a:pt x="2865" y="2202"/>
                    <a:pt x="2841" y="1279"/>
                    <a:pt x="2794" y="983"/>
                  </a:cubicBezTo>
                  <a:cubicBezTo>
                    <a:pt x="2794" y="947"/>
                    <a:pt x="2782" y="912"/>
                    <a:pt x="2782" y="888"/>
                  </a:cubicBezTo>
                  <a:lnTo>
                    <a:pt x="11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7"/>
            <p:cNvSpPr/>
            <p:nvPr/>
          </p:nvSpPr>
          <p:spPr>
            <a:xfrm>
              <a:off x="919600" y="1551150"/>
              <a:ext cx="24900" cy="55950"/>
            </a:xfrm>
            <a:custGeom>
              <a:rect b="b" l="l" r="r" t="t"/>
              <a:pathLst>
                <a:path extrusionOk="0" h="2238" w="996">
                  <a:moveTo>
                    <a:pt x="995" y="1"/>
                  </a:moveTo>
                  <a:lnTo>
                    <a:pt x="1" y="1137"/>
                  </a:lnTo>
                  <a:lnTo>
                    <a:pt x="758" y="2238"/>
                  </a:lnTo>
                  <a:lnTo>
                    <a:pt x="9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7"/>
            <p:cNvSpPr/>
            <p:nvPr/>
          </p:nvSpPr>
          <p:spPr>
            <a:xfrm>
              <a:off x="990925" y="1537550"/>
              <a:ext cx="15700" cy="50025"/>
            </a:xfrm>
            <a:custGeom>
              <a:rect b="b" l="l" r="r" t="t"/>
              <a:pathLst>
                <a:path extrusionOk="0" h="2001" w="628">
                  <a:moveTo>
                    <a:pt x="1" y="0"/>
                  </a:moveTo>
                  <a:lnTo>
                    <a:pt x="332" y="2001"/>
                  </a:lnTo>
                  <a:lnTo>
                    <a:pt x="628" y="1148"/>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7"/>
            <p:cNvSpPr/>
            <p:nvPr/>
          </p:nvSpPr>
          <p:spPr>
            <a:xfrm>
              <a:off x="932925" y="1478950"/>
              <a:ext cx="72525" cy="42925"/>
            </a:xfrm>
            <a:custGeom>
              <a:rect b="b" l="l" r="r" t="t"/>
              <a:pathLst>
                <a:path extrusionOk="0" h="1717" w="2901">
                  <a:moveTo>
                    <a:pt x="1" y="0"/>
                  </a:moveTo>
                  <a:cubicBezTo>
                    <a:pt x="1" y="1"/>
                    <a:pt x="1267" y="1551"/>
                    <a:pt x="2794" y="1717"/>
                  </a:cubicBezTo>
                  <a:lnTo>
                    <a:pt x="2901" y="971"/>
                  </a:lnTo>
                  <a:lnTo>
                    <a:pt x="1" y="0"/>
                  </a:ln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7"/>
            <p:cNvSpPr/>
            <p:nvPr/>
          </p:nvSpPr>
          <p:spPr>
            <a:xfrm>
              <a:off x="884100" y="1321525"/>
              <a:ext cx="45300" cy="34650"/>
            </a:xfrm>
            <a:custGeom>
              <a:rect b="b" l="l" r="r" t="t"/>
              <a:pathLst>
                <a:path extrusionOk="0" h="1386" w="1812">
                  <a:moveTo>
                    <a:pt x="901" y="1"/>
                  </a:moveTo>
                  <a:cubicBezTo>
                    <a:pt x="858" y="1"/>
                    <a:pt x="814" y="4"/>
                    <a:pt x="770" y="12"/>
                  </a:cubicBezTo>
                  <a:cubicBezTo>
                    <a:pt x="308" y="107"/>
                    <a:pt x="1" y="604"/>
                    <a:pt x="107" y="1137"/>
                  </a:cubicBezTo>
                  <a:cubicBezTo>
                    <a:pt x="119" y="1220"/>
                    <a:pt x="143" y="1302"/>
                    <a:pt x="178" y="1385"/>
                  </a:cubicBezTo>
                  <a:cubicBezTo>
                    <a:pt x="151" y="825"/>
                    <a:pt x="585" y="504"/>
                    <a:pt x="1019" y="504"/>
                  </a:cubicBezTo>
                  <a:cubicBezTo>
                    <a:pt x="1346" y="504"/>
                    <a:pt x="1672" y="687"/>
                    <a:pt x="1800" y="1089"/>
                  </a:cubicBezTo>
                  <a:cubicBezTo>
                    <a:pt x="1812" y="995"/>
                    <a:pt x="1800" y="912"/>
                    <a:pt x="1788" y="829"/>
                  </a:cubicBezTo>
                  <a:cubicBezTo>
                    <a:pt x="1702" y="347"/>
                    <a:pt x="1316" y="1"/>
                    <a:pt x="901"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7"/>
            <p:cNvSpPr/>
            <p:nvPr/>
          </p:nvSpPr>
          <p:spPr>
            <a:xfrm>
              <a:off x="919325" y="1334550"/>
              <a:ext cx="263775" cy="252500"/>
            </a:xfrm>
            <a:custGeom>
              <a:rect b="b" l="l" r="r" t="t"/>
              <a:pathLst>
                <a:path extrusionOk="0" h="10100" w="10551">
                  <a:moveTo>
                    <a:pt x="9978" y="0"/>
                  </a:moveTo>
                  <a:lnTo>
                    <a:pt x="9978" y="0"/>
                  </a:lnTo>
                  <a:cubicBezTo>
                    <a:pt x="9978" y="0"/>
                    <a:pt x="3859" y="95"/>
                    <a:pt x="0" y="4332"/>
                  </a:cubicBezTo>
                  <a:cubicBezTo>
                    <a:pt x="0" y="4332"/>
                    <a:pt x="1539" y="9943"/>
                    <a:pt x="4687" y="10097"/>
                  </a:cubicBezTo>
                  <a:cubicBezTo>
                    <a:pt x="4730" y="10099"/>
                    <a:pt x="4772" y="10100"/>
                    <a:pt x="4814" y="10100"/>
                  </a:cubicBezTo>
                  <a:cubicBezTo>
                    <a:pt x="7909" y="10100"/>
                    <a:pt x="10551" y="4998"/>
                    <a:pt x="9978"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7"/>
            <p:cNvSpPr/>
            <p:nvPr/>
          </p:nvSpPr>
          <p:spPr>
            <a:xfrm>
              <a:off x="922575" y="1463275"/>
              <a:ext cx="66000" cy="197100"/>
            </a:xfrm>
            <a:custGeom>
              <a:rect b="b" l="l" r="r" t="t"/>
              <a:pathLst>
                <a:path extrusionOk="0" h="7884" w="2640">
                  <a:moveTo>
                    <a:pt x="0" y="0"/>
                  </a:moveTo>
                  <a:lnTo>
                    <a:pt x="2095" y="7883"/>
                  </a:lnTo>
                  <a:lnTo>
                    <a:pt x="2640" y="4013"/>
                  </a:lnTo>
                  <a:cubicBezTo>
                    <a:pt x="2640" y="4013"/>
                    <a:pt x="1137" y="2711"/>
                    <a:pt x="0" y="0"/>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7"/>
            <p:cNvSpPr/>
            <p:nvPr/>
          </p:nvSpPr>
          <p:spPr>
            <a:xfrm>
              <a:off x="998025" y="1348850"/>
              <a:ext cx="71050" cy="38975"/>
            </a:xfrm>
            <a:custGeom>
              <a:rect b="b" l="l" r="r" t="t"/>
              <a:pathLst>
                <a:path extrusionOk="0" h="1559" w="2842">
                  <a:moveTo>
                    <a:pt x="1822" y="0"/>
                  </a:moveTo>
                  <a:cubicBezTo>
                    <a:pt x="1701" y="0"/>
                    <a:pt x="1578" y="22"/>
                    <a:pt x="1457" y="67"/>
                  </a:cubicBezTo>
                  <a:cubicBezTo>
                    <a:pt x="829" y="304"/>
                    <a:pt x="178" y="754"/>
                    <a:pt x="1" y="1559"/>
                  </a:cubicBezTo>
                  <a:cubicBezTo>
                    <a:pt x="1" y="1559"/>
                    <a:pt x="716" y="882"/>
                    <a:pt x="1936" y="882"/>
                  </a:cubicBezTo>
                  <a:cubicBezTo>
                    <a:pt x="2213" y="882"/>
                    <a:pt x="2515" y="917"/>
                    <a:pt x="2841" y="1002"/>
                  </a:cubicBezTo>
                  <a:cubicBezTo>
                    <a:pt x="2832" y="423"/>
                    <a:pt x="2357" y="0"/>
                    <a:pt x="18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7"/>
            <p:cNvSpPr/>
            <p:nvPr/>
          </p:nvSpPr>
          <p:spPr>
            <a:xfrm>
              <a:off x="1121725" y="1365775"/>
              <a:ext cx="45600" cy="39800"/>
            </a:xfrm>
            <a:custGeom>
              <a:rect b="b" l="l" r="r" t="t"/>
              <a:pathLst>
                <a:path extrusionOk="0" h="1592" w="1824">
                  <a:moveTo>
                    <a:pt x="828" y="0"/>
                  </a:moveTo>
                  <a:cubicBezTo>
                    <a:pt x="475" y="0"/>
                    <a:pt x="124" y="211"/>
                    <a:pt x="0" y="610"/>
                  </a:cubicBezTo>
                  <a:cubicBezTo>
                    <a:pt x="0" y="610"/>
                    <a:pt x="91" y="585"/>
                    <a:pt x="239" y="585"/>
                  </a:cubicBezTo>
                  <a:cubicBezTo>
                    <a:pt x="581" y="585"/>
                    <a:pt x="1224" y="717"/>
                    <a:pt x="1752" y="1592"/>
                  </a:cubicBezTo>
                  <a:cubicBezTo>
                    <a:pt x="1823" y="1190"/>
                    <a:pt x="1752" y="787"/>
                    <a:pt x="1575" y="432"/>
                  </a:cubicBezTo>
                  <a:cubicBezTo>
                    <a:pt x="1405" y="140"/>
                    <a:pt x="1116" y="0"/>
                    <a:pt x="8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7"/>
            <p:cNvSpPr/>
            <p:nvPr/>
          </p:nvSpPr>
          <p:spPr>
            <a:xfrm>
              <a:off x="1008100" y="1421225"/>
              <a:ext cx="52400" cy="25800"/>
            </a:xfrm>
            <a:custGeom>
              <a:rect b="b" l="l" r="r" t="t"/>
              <a:pathLst>
                <a:path extrusionOk="0" h="1032" w="2096">
                  <a:moveTo>
                    <a:pt x="27" y="1"/>
                  </a:moveTo>
                  <a:cubicBezTo>
                    <a:pt x="26" y="1"/>
                    <a:pt x="25" y="1"/>
                    <a:pt x="24" y="1"/>
                  </a:cubicBezTo>
                  <a:cubicBezTo>
                    <a:pt x="0" y="25"/>
                    <a:pt x="24" y="179"/>
                    <a:pt x="142" y="427"/>
                  </a:cubicBezTo>
                  <a:cubicBezTo>
                    <a:pt x="201" y="569"/>
                    <a:pt x="296" y="700"/>
                    <a:pt x="426" y="806"/>
                  </a:cubicBezTo>
                  <a:cubicBezTo>
                    <a:pt x="580" y="960"/>
                    <a:pt x="781" y="1031"/>
                    <a:pt x="994" y="1031"/>
                  </a:cubicBezTo>
                  <a:cubicBezTo>
                    <a:pt x="1207" y="1031"/>
                    <a:pt x="1409" y="972"/>
                    <a:pt x="1574" y="854"/>
                  </a:cubicBezTo>
                  <a:cubicBezTo>
                    <a:pt x="1716" y="771"/>
                    <a:pt x="1835" y="652"/>
                    <a:pt x="1918" y="510"/>
                  </a:cubicBezTo>
                  <a:cubicBezTo>
                    <a:pt x="2072" y="285"/>
                    <a:pt x="2095" y="120"/>
                    <a:pt x="2072" y="108"/>
                  </a:cubicBezTo>
                  <a:cubicBezTo>
                    <a:pt x="2070" y="107"/>
                    <a:pt x="2069" y="107"/>
                    <a:pt x="2067" y="107"/>
                  </a:cubicBezTo>
                  <a:cubicBezTo>
                    <a:pt x="2029" y="107"/>
                    <a:pt x="1947" y="245"/>
                    <a:pt x="1787" y="416"/>
                  </a:cubicBezTo>
                  <a:cubicBezTo>
                    <a:pt x="1693" y="522"/>
                    <a:pt x="1586" y="605"/>
                    <a:pt x="1468" y="676"/>
                  </a:cubicBezTo>
                  <a:cubicBezTo>
                    <a:pt x="1326" y="759"/>
                    <a:pt x="1160" y="806"/>
                    <a:pt x="1006" y="806"/>
                  </a:cubicBezTo>
                  <a:cubicBezTo>
                    <a:pt x="651" y="806"/>
                    <a:pt x="414" y="546"/>
                    <a:pt x="284" y="345"/>
                  </a:cubicBezTo>
                  <a:cubicBezTo>
                    <a:pt x="148" y="140"/>
                    <a:pt x="55" y="1"/>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7"/>
            <p:cNvSpPr/>
            <p:nvPr/>
          </p:nvSpPr>
          <p:spPr>
            <a:xfrm>
              <a:off x="1115500" y="1425975"/>
              <a:ext cx="36425" cy="26550"/>
            </a:xfrm>
            <a:custGeom>
              <a:rect b="b" l="l" r="r" t="t"/>
              <a:pathLst>
                <a:path extrusionOk="0" h="1062" w="1457">
                  <a:moveTo>
                    <a:pt x="60" y="1"/>
                  </a:moveTo>
                  <a:cubicBezTo>
                    <a:pt x="36" y="1"/>
                    <a:pt x="1" y="131"/>
                    <a:pt x="1" y="344"/>
                  </a:cubicBezTo>
                  <a:cubicBezTo>
                    <a:pt x="13" y="474"/>
                    <a:pt x="48" y="604"/>
                    <a:pt x="107" y="711"/>
                  </a:cubicBezTo>
                  <a:cubicBezTo>
                    <a:pt x="190" y="877"/>
                    <a:pt x="332" y="983"/>
                    <a:pt x="498" y="1042"/>
                  </a:cubicBezTo>
                  <a:cubicBezTo>
                    <a:pt x="553" y="1056"/>
                    <a:pt x="609" y="1062"/>
                    <a:pt x="662" y="1062"/>
                  </a:cubicBezTo>
                  <a:cubicBezTo>
                    <a:pt x="700" y="1062"/>
                    <a:pt x="736" y="1059"/>
                    <a:pt x="770" y="1054"/>
                  </a:cubicBezTo>
                  <a:cubicBezTo>
                    <a:pt x="853" y="1042"/>
                    <a:pt x="924" y="1019"/>
                    <a:pt x="995" y="983"/>
                  </a:cubicBezTo>
                  <a:cubicBezTo>
                    <a:pt x="1125" y="936"/>
                    <a:pt x="1232" y="853"/>
                    <a:pt x="1315" y="746"/>
                  </a:cubicBezTo>
                  <a:cubicBezTo>
                    <a:pt x="1457" y="569"/>
                    <a:pt x="1433" y="403"/>
                    <a:pt x="1409" y="403"/>
                  </a:cubicBezTo>
                  <a:cubicBezTo>
                    <a:pt x="1374" y="403"/>
                    <a:pt x="1327" y="522"/>
                    <a:pt x="1185" y="640"/>
                  </a:cubicBezTo>
                  <a:cubicBezTo>
                    <a:pt x="1113" y="711"/>
                    <a:pt x="1019" y="758"/>
                    <a:pt x="912" y="794"/>
                  </a:cubicBezTo>
                  <a:cubicBezTo>
                    <a:pt x="841" y="825"/>
                    <a:pt x="765" y="841"/>
                    <a:pt x="687" y="841"/>
                  </a:cubicBezTo>
                  <a:cubicBezTo>
                    <a:pt x="648" y="841"/>
                    <a:pt x="608" y="837"/>
                    <a:pt x="569" y="829"/>
                  </a:cubicBezTo>
                  <a:cubicBezTo>
                    <a:pt x="451" y="782"/>
                    <a:pt x="356" y="711"/>
                    <a:pt x="297" y="604"/>
                  </a:cubicBezTo>
                  <a:cubicBezTo>
                    <a:pt x="238" y="522"/>
                    <a:pt x="190" y="415"/>
                    <a:pt x="167" y="308"/>
                  </a:cubicBezTo>
                  <a:cubicBezTo>
                    <a:pt x="119" y="131"/>
                    <a:pt x="96" y="1"/>
                    <a:pt x="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7"/>
            <p:cNvSpPr/>
            <p:nvPr/>
          </p:nvSpPr>
          <p:spPr>
            <a:xfrm>
              <a:off x="1081475" y="1394000"/>
              <a:ext cx="25775" cy="104800"/>
            </a:xfrm>
            <a:custGeom>
              <a:rect b="b" l="l" r="r" t="t"/>
              <a:pathLst>
                <a:path extrusionOk="0" h="4192" w="1031">
                  <a:moveTo>
                    <a:pt x="436" y="1"/>
                  </a:moveTo>
                  <a:cubicBezTo>
                    <a:pt x="399" y="1"/>
                    <a:pt x="318" y="259"/>
                    <a:pt x="226" y="688"/>
                  </a:cubicBezTo>
                  <a:cubicBezTo>
                    <a:pt x="178" y="901"/>
                    <a:pt x="131" y="1161"/>
                    <a:pt x="83" y="1457"/>
                  </a:cubicBezTo>
                  <a:cubicBezTo>
                    <a:pt x="36" y="1777"/>
                    <a:pt x="1" y="2096"/>
                    <a:pt x="1" y="2416"/>
                  </a:cubicBezTo>
                  <a:cubicBezTo>
                    <a:pt x="1" y="2747"/>
                    <a:pt x="83" y="3079"/>
                    <a:pt x="237" y="3363"/>
                  </a:cubicBezTo>
                  <a:cubicBezTo>
                    <a:pt x="308" y="3493"/>
                    <a:pt x="403" y="3612"/>
                    <a:pt x="510" y="3706"/>
                  </a:cubicBezTo>
                  <a:cubicBezTo>
                    <a:pt x="569" y="3754"/>
                    <a:pt x="616" y="3789"/>
                    <a:pt x="675" y="3825"/>
                  </a:cubicBezTo>
                  <a:lnTo>
                    <a:pt x="699" y="3836"/>
                  </a:lnTo>
                  <a:lnTo>
                    <a:pt x="711" y="3836"/>
                  </a:lnTo>
                  <a:lnTo>
                    <a:pt x="734" y="3848"/>
                  </a:lnTo>
                  <a:cubicBezTo>
                    <a:pt x="734" y="3860"/>
                    <a:pt x="723" y="3872"/>
                    <a:pt x="711" y="3884"/>
                  </a:cubicBezTo>
                  <a:cubicBezTo>
                    <a:pt x="699" y="3896"/>
                    <a:pt x="687" y="3907"/>
                    <a:pt x="663" y="3919"/>
                  </a:cubicBezTo>
                  <a:lnTo>
                    <a:pt x="616" y="3967"/>
                  </a:lnTo>
                  <a:cubicBezTo>
                    <a:pt x="557" y="4002"/>
                    <a:pt x="486" y="4049"/>
                    <a:pt x="427" y="4073"/>
                  </a:cubicBezTo>
                  <a:cubicBezTo>
                    <a:pt x="320" y="4132"/>
                    <a:pt x="249" y="4156"/>
                    <a:pt x="249" y="4180"/>
                  </a:cubicBezTo>
                  <a:cubicBezTo>
                    <a:pt x="249" y="4186"/>
                    <a:pt x="270" y="4192"/>
                    <a:pt x="307" y="4192"/>
                  </a:cubicBezTo>
                  <a:cubicBezTo>
                    <a:pt x="344" y="4192"/>
                    <a:pt x="397" y="4186"/>
                    <a:pt x="462" y="4168"/>
                  </a:cubicBezTo>
                  <a:cubicBezTo>
                    <a:pt x="545" y="4144"/>
                    <a:pt x="616" y="4120"/>
                    <a:pt x="687" y="4085"/>
                  </a:cubicBezTo>
                  <a:lnTo>
                    <a:pt x="758" y="4038"/>
                  </a:lnTo>
                  <a:cubicBezTo>
                    <a:pt x="770" y="4026"/>
                    <a:pt x="794" y="4014"/>
                    <a:pt x="829" y="3990"/>
                  </a:cubicBezTo>
                  <a:cubicBezTo>
                    <a:pt x="900" y="3931"/>
                    <a:pt x="959" y="3872"/>
                    <a:pt x="1030" y="3813"/>
                  </a:cubicBezTo>
                  <a:cubicBezTo>
                    <a:pt x="983" y="3789"/>
                    <a:pt x="936" y="3765"/>
                    <a:pt x="900" y="3742"/>
                  </a:cubicBezTo>
                  <a:lnTo>
                    <a:pt x="829" y="3706"/>
                  </a:lnTo>
                  <a:cubicBezTo>
                    <a:pt x="817" y="3706"/>
                    <a:pt x="806" y="3694"/>
                    <a:pt x="794" y="3694"/>
                  </a:cubicBezTo>
                  <a:lnTo>
                    <a:pt x="770" y="3683"/>
                  </a:lnTo>
                  <a:cubicBezTo>
                    <a:pt x="734" y="3647"/>
                    <a:pt x="687" y="3612"/>
                    <a:pt x="652" y="3564"/>
                  </a:cubicBezTo>
                  <a:cubicBezTo>
                    <a:pt x="557" y="3481"/>
                    <a:pt x="486" y="3375"/>
                    <a:pt x="427" y="3256"/>
                  </a:cubicBezTo>
                  <a:cubicBezTo>
                    <a:pt x="297" y="2996"/>
                    <a:pt x="226" y="2712"/>
                    <a:pt x="237" y="2416"/>
                  </a:cubicBezTo>
                  <a:cubicBezTo>
                    <a:pt x="237" y="2096"/>
                    <a:pt x="261" y="1789"/>
                    <a:pt x="297" y="1481"/>
                  </a:cubicBezTo>
                  <a:cubicBezTo>
                    <a:pt x="320" y="1197"/>
                    <a:pt x="356" y="936"/>
                    <a:pt x="379" y="712"/>
                  </a:cubicBezTo>
                  <a:cubicBezTo>
                    <a:pt x="439" y="274"/>
                    <a:pt x="462" y="1"/>
                    <a:pt x="439" y="1"/>
                  </a:cubicBezTo>
                  <a:cubicBezTo>
                    <a:pt x="438" y="1"/>
                    <a:pt x="437" y="1"/>
                    <a:pt x="4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7"/>
            <p:cNvSpPr/>
            <p:nvPr/>
          </p:nvSpPr>
          <p:spPr>
            <a:xfrm>
              <a:off x="1000100" y="1494600"/>
              <a:ext cx="26950" cy="35725"/>
            </a:xfrm>
            <a:custGeom>
              <a:rect b="b" l="l" r="r" t="t"/>
              <a:pathLst>
                <a:path extrusionOk="0" h="1429" w="1078">
                  <a:moveTo>
                    <a:pt x="137" y="1"/>
                  </a:moveTo>
                  <a:cubicBezTo>
                    <a:pt x="101" y="1"/>
                    <a:pt x="47" y="105"/>
                    <a:pt x="36" y="274"/>
                  </a:cubicBezTo>
                  <a:cubicBezTo>
                    <a:pt x="1" y="771"/>
                    <a:pt x="296" y="1233"/>
                    <a:pt x="770" y="1387"/>
                  </a:cubicBezTo>
                  <a:cubicBezTo>
                    <a:pt x="859" y="1416"/>
                    <a:pt x="933" y="1428"/>
                    <a:pt x="984" y="1428"/>
                  </a:cubicBezTo>
                  <a:cubicBezTo>
                    <a:pt x="1036" y="1428"/>
                    <a:pt x="1066" y="1416"/>
                    <a:pt x="1066" y="1399"/>
                  </a:cubicBezTo>
                  <a:cubicBezTo>
                    <a:pt x="1078" y="1363"/>
                    <a:pt x="971" y="1328"/>
                    <a:pt x="841" y="1245"/>
                  </a:cubicBezTo>
                  <a:cubicBezTo>
                    <a:pt x="486" y="1032"/>
                    <a:pt x="249" y="676"/>
                    <a:pt x="190" y="274"/>
                  </a:cubicBezTo>
                  <a:cubicBezTo>
                    <a:pt x="166" y="120"/>
                    <a:pt x="166" y="14"/>
                    <a:pt x="143" y="2"/>
                  </a:cubicBezTo>
                  <a:cubicBezTo>
                    <a:pt x="141" y="1"/>
                    <a:pt x="139" y="1"/>
                    <a:pt x="1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57"/>
            <p:cNvSpPr/>
            <p:nvPr/>
          </p:nvSpPr>
          <p:spPr>
            <a:xfrm>
              <a:off x="891200" y="1318350"/>
              <a:ext cx="38200" cy="36950"/>
            </a:xfrm>
            <a:custGeom>
              <a:rect b="b" l="l" r="r" t="t"/>
              <a:pathLst>
                <a:path extrusionOk="0" h="1478" w="1528">
                  <a:moveTo>
                    <a:pt x="626" y="0"/>
                  </a:moveTo>
                  <a:cubicBezTo>
                    <a:pt x="517" y="0"/>
                    <a:pt x="406" y="27"/>
                    <a:pt x="308" y="80"/>
                  </a:cubicBezTo>
                  <a:cubicBezTo>
                    <a:pt x="95" y="198"/>
                    <a:pt x="1" y="293"/>
                    <a:pt x="24" y="329"/>
                  </a:cubicBezTo>
                  <a:cubicBezTo>
                    <a:pt x="26" y="335"/>
                    <a:pt x="33" y="338"/>
                    <a:pt x="43" y="338"/>
                  </a:cubicBezTo>
                  <a:cubicBezTo>
                    <a:pt x="87" y="338"/>
                    <a:pt x="204" y="282"/>
                    <a:pt x="368" y="234"/>
                  </a:cubicBezTo>
                  <a:cubicBezTo>
                    <a:pt x="436" y="211"/>
                    <a:pt x="510" y="198"/>
                    <a:pt x="582" y="198"/>
                  </a:cubicBezTo>
                  <a:cubicBezTo>
                    <a:pt x="622" y="198"/>
                    <a:pt x="661" y="202"/>
                    <a:pt x="699" y="210"/>
                  </a:cubicBezTo>
                  <a:cubicBezTo>
                    <a:pt x="829" y="246"/>
                    <a:pt x="959" y="317"/>
                    <a:pt x="1054" y="411"/>
                  </a:cubicBezTo>
                  <a:cubicBezTo>
                    <a:pt x="1232" y="613"/>
                    <a:pt x="1338" y="861"/>
                    <a:pt x="1350" y="1122"/>
                  </a:cubicBezTo>
                  <a:cubicBezTo>
                    <a:pt x="1374" y="1335"/>
                    <a:pt x="1362" y="1477"/>
                    <a:pt x="1397" y="1477"/>
                  </a:cubicBezTo>
                  <a:cubicBezTo>
                    <a:pt x="1398" y="1477"/>
                    <a:pt x="1399" y="1477"/>
                    <a:pt x="1401" y="1477"/>
                  </a:cubicBezTo>
                  <a:cubicBezTo>
                    <a:pt x="1426" y="1477"/>
                    <a:pt x="1482" y="1348"/>
                    <a:pt x="1516" y="1122"/>
                  </a:cubicBezTo>
                  <a:cubicBezTo>
                    <a:pt x="1528" y="980"/>
                    <a:pt x="1516" y="838"/>
                    <a:pt x="1480" y="707"/>
                  </a:cubicBezTo>
                  <a:cubicBezTo>
                    <a:pt x="1433" y="530"/>
                    <a:pt x="1338" y="376"/>
                    <a:pt x="1220" y="246"/>
                  </a:cubicBezTo>
                  <a:cubicBezTo>
                    <a:pt x="1090" y="116"/>
                    <a:pt x="912" y="33"/>
                    <a:pt x="734" y="9"/>
                  </a:cubicBezTo>
                  <a:cubicBezTo>
                    <a:pt x="699" y="3"/>
                    <a:pt x="663" y="0"/>
                    <a:pt x="6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7"/>
            <p:cNvSpPr/>
            <p:nvPr/>
          </p:nvSpPr>
          <p:spPr>
            <a:xfrm>
              <a:off x="905400" y="1346075"/>
              <a:ext cx="20450" cy="33625"/>
            </a:xfrm>
            <a:custGeom>
              <a:rect b="b" l="l" r="r" t="t"/>
              <a:pathLst>
                <a:path extrusionOk="0" h="1345" w="818">
                  <a:moveTo>
                    <a:pt x="533" y="1"/>
                  </a:moveTo>
                  <a:cubicBezTo>
                    <a:pt x="415" y="1"/>
                    <a:pt x="297" y="24"/>
                    <a:pt x="202" y="95"/>
                  </a:cubicBezTo>
                  <a:cubicBezTo>
                    <a:pt x="131" y="143"/>
                    <a:pt x="84" y="202"/>
                    <a:pt x="48" y="273"/>
                  </a:cubicBezTo>
                  <a:cubicBezTo>
                    <a:pt x="13" y="344"/>
                    <a:pt x="1" y="415"/>
                    <a:pt x="1" y="498"/>
                  </a:cubicBezTo>
                  <a:cubicBezTo>
                    <a:pt x="1" y="735"/>
                    <a:pt x="72" y="971"/>
                    <a:pt x="214" y="1173"/>
                  </a:cubicBezTo>
                  <a:cubicBezTo>
                    <a:pt x="313" y="1292"/>
                    <a:pt x="404" y="1344"/>
                    <a:pt x="445" y="1344"/>
                  </a:cubicBezTo>
                  <a:cubicBezTo>
                    <a:pt x="453" y="1344"/>
                    <a:pt x="459" y="1342"/>
                    <a:pt x="462" y="1338"/>
                  </a:cubicBezTo>
                  <a:cubicBezTo>
                    <a:pt x="474" y="1303"/>
                    <a:pt x="415" y="1232"/>
                    <a:pt x="356" y="1078"/>
                  </a:cubicBezTo>
                  <a:cubicBezTo>
                    <a:pt x="320" y="995"/>
                    <a:pt x="297" y="912"/>
                    <a:pt x="273" y="829"/>
                  </a:cubicBezTo>
                  <a:cubicBezTo>
                    <a:pt x="249" y="723"/>
                    <a:pt x="238" y="604"/>
                    <a:pt x="238" y="498"/>
                  </a:cubicBezTo>
                  <a:cubicBezTo>
                    <a:pt x="226" y="415"/>
                    <a:pt x="261" y="320"/>
                    <a:pt x="332" y="261"/>
                  </a:cubicBezTo>
                  <a:cubicBezTo>
                    <a:pt x="391" y="214"/>
                    <a:pt x="462" y="178"/>
                    <a:pt x="545" y="167"/>
                  </a:cubicBezTo>
                  <a:cubicBezTo>
                    <a:pt x="687" y="143"/>
                    <a:pt x="806" y="131"/>
                    <a:pt x="806" y="107"/>
                  </a:cubicBezTo>
                  <a:cubicBezTo>
                    <a:pt x="818" y="72"/>
                    <a:pt x="723" y="13"/>
                    <a:pt x="5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7"/>
            <p:cNvSpPr/>
            <p:nvPr/>
          </p:nvSpPr>
          <p:spPr>
            <a:xfrm>
              <a:off x="919025" y="1458825"/>
              <a:ext cx="71050" cy="107500"/>
            </a:xfrm>
            <a:custGeom>
              <a:rect b="b" l="l" r="r" t="t"/>
              <a:pathLst>
                <a:path extrusionOk="0" h="4300" w="2842">
                  <a:moveTo>
                    <a:pt x="24" y="1"/>
                  </a:moveTo>
                  <a:cubicBezTo>
                    <a:pt x="0" y="1"/>
                    <a:pt x="48" y="296"/>
                    <a:pt x="201" y="746"/>
                  </a:cubicBezTo>
                  <a:cubicBezTo>
                    <a:pt x="415" y="1326"/>
                    <a:pt x="710" y="1871"/>
                    <a:pt x="1054" y="2380"/>
                  </a:cubicBezTo>
                  <a:cubicBezTo>
                    <a:pt x="1409" y="2889"/>
                    <a:pt x="1811" y="3362"/>
                    <a:pt x="2237" y="3800"/>
                  </a:cubicBezTo>
                  <a:cubicBezTo>
                    <a:pt x="2550" y="4113"/>
                    <a:pt x="2768" y="4299"/>
                    <a:pt x="2812" y="4299"/>
                  </a:cubicBezTo>
                  <a:cubicBezTo>
                    <a:pt x="2814" y="4299"/>
                    <a:pt x="2816" y="4299"/>
                    <a:pt x="2817" y="4297"/>
                  </a:cubicBezTo>
                  <a:cubicBezTo>
                    <a:pt x="2841" y="4285"/>
                    <a:pt x="2652" y="4061"/>
                    <a:pt x="2356" y="3694"/>
                  </a:cubicBezTo>
                  <a:cubicBezTo>
                    <a:pt x="2060" y="3339"/>
                    <a:pt x="1646" y="2841"/>
                    <a:pt x="1255" y="2261"/>
                  </a:cubicBezTo>
                  <a:cubicBezTo>
                    <a:pt x="912" y="1752"/>
                    <a:pt x="604" y="1232"/>
                    <a:pt x="355" y="687"/>
                  </a:cubicBezTo>
                  <a:cubicBezTo>
                    <a:pt x="154" y="261"/>
                    <a:pt x="48" y="1"/>
                    <a:pt x="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57"/>
            <p:cNvSpPr/>
            <p:nvPr/>
          </p:nvSpPr>
          <p:spPr>
            <a:xfrm>
              <a:off x="1086225" y="1252850"/>
              <a:ext cx="67775" cy="80200"/>
            </a:xfrm>
            <a:custGeom>
              <a:rect b="b" l="l" r="r" t="t"/>
              <a:pathLst>
                <a:path extrusionOk="0" h="3208" w="2711">
                  <a:moveTo>
                    <a:pt x="105" y="1"/>
                  </a:moveTo>
                  <a:cubicBezTo>
                    <a:pt x="79" y="1"/>
                    <a:pt x="0" y="271"/>
                    <a:pt x="12" y="711"/>
                  </a:cubicBezTo>
                  <a:cubicBezTo>
                    <a:pt x="47" y="1303"/>
                    <a:pt x="237" y="1871"/>
                    <a:pt x="568" y="2357"/>
                  </a:cubicBezTo>
                  <a:cubicBezTo>
                    <a:pt x="758" y="2641"/>
                    <a:pt x="994" y="2866"/>
                    <a:pt x="1290" y="3031"/>
                  </a:cubicBezTo>
                  <a:cubicBezTo>
                    <a:pt x="1482" y="3147"/>
                    <a:pt x="1697" y="3207"/>
                    <a:pt x="1923" y="3207"/>
                  </a:cubicBezTo>
                  <a:cubicBezTo>
                    <a:pt x="1976" y="3207"/>
                    <a:pt x="2029" y="3204"/>
                    <a:pt x="2083" y="3197"/>
                  </a:cubicBezTo>
                  <a:cubicBezTo>
                    <a:pt x="2261" y="3173"/>
                    <a:pt x="2438" y="3102"/>
                    <a:pt x="2580" y="2984"/>
                  </a:cubicBezTo>
                  <a:cubicBezTo>
                    <a:pt x="2687" y="2901"/>
                    <a:pt x="2711" y="2842"/>
                    <a:pt x="2711" y="2830"/>
                  </a:cubicBezTo>
                  <a:cubicBezTo>
                    <a:pt x="2708" y="2829"/>
                    <a:pt x="2705" y="2828"/>
                    <a:pt x="2702" y="2828"/>
                  </a:cubicBezTo>
                  <a:cubicBezTo>
                    <a:pt x="2676" y="2828"/>
                    <a:pt x="2628" y="2871"/>
                    <a:pt x="2533" y="2913"/>
                  </a:cubicBezTo>
                  <a:cubicBezTo>
                    <a:pt x="2391" y="2984"/>
                    <a:pt x="2225" y="3031"/>
                    <a:pt x="2071" y="3031"/>
                  </a:cubicBezTo>
                  <a:cubicBezTo>
                    <a:pt x="2053" y="3032"/>
                    <a:pt x="2035" y="3033"/>
                    <a:pt x="2018" y="3033"/>
                  </a:cubicBezTo>
                  <a:cubicBezTo>
                    <a:pt x="1790" y="3033"/>
                    <a:pt x="1583" y="2964"/>
                    <a:pt x="1385" y="2854"/>
                  </a:cubicBezTo>
                  <a:cubicBezTo>
                    <a:pt x="1136" y="2688"/>
                    <a:pt x="923" y="2475"/>
                    <a:pt x="758" y="2227"/>
                  </a:cubicBezTo>
                  <a:cubicBezTo>
                    <a:pt x="450" y="1765"/>
                    <a:pt x="249" y="1244"/>
                    <a:pt x="178" y="700"/>
                  </a:cubicBezTo>
                  <a:cubicBezTo>
                    <a:pt x="118" y="274"/>
                    <a:pt x="130" y="1"/>
                    <a:pt x="107" y="1"/>
                  </a:cubicBezTo>
                  <a:cubicBezTo>
                    <a:pt x="106" y="1"/>
                    <a:pt x="106" y="1"/>
                    <a:pt x="1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7"/>
            <p:cNvSpPr/>
            <p:nvPr/>
          </p:nvSpPr>
          <p:spPr>
            <a:xfrm>
              <a:off x="879075" y="1172675"/>
              <a:ext cx="104475" cy="121350"/>
            </a:xfrm>
            <a:custGeom>
              <a:rect b="b" l="l" r="r" t="t"/>
              <a:pathLst>
                <a:path extrusionOk="0" h="4854" w="4179">
                  <a:moveTo>
                    <a:pt x="2094" y="1"/>
                  </a:moveTo>
                  <a:cubicBezTo>
                    <a:pt x="1965" y="1"/>
                    <a:pt x="1835" y="12"/>
                    <a:pt x="1705" y="36"/>
                  </a:cubicBezTo>
                  <a:cubicBezTo>
                    <a:pt x="1409" y="83"/>
                    <a:pt x="1137" y="190"/>
                    <a:pt x="900" y="367"/>
                  </a:cubicBezTo>
                  <a:cubicBezTo>
                    <a:pt x="651" y="557"/>
                    <a:pt x="450" y="805"/>
                    <a:pt x="320" y="1089"/>
                  </a:cubicBezTo>
                  <a:cubicBezTo>
                    <a:pt x="59" y="1634"/>
                    <a:pt x="0" y="2261"/>
                    <a:pt x="166" y="2841"/>
                  </a:cubicBezTo>
                  <a:cubicBezTo>
                    <a:pt x="308" y="3303"/>
                    <a:pt x="557" y="3717"/>
                    <a:pt x="888" y="4072"/>
                  </a:cubicBezTo>
                  <a:cubicBezTo>
                    <a:pt x="1101" y="4309"/>
                    <a:pt x="1338" y="4522"/>
                    <a:pt x="1610" y="4700"/>
                  </a:cubicBezTo>
                  <a:cubicBezTo>
                    <a:pt x="1705" y="4771"/>
                    <a:pt x="1811" y="4830"/>
                    <a:pt x="1918" y="4854"/>
                  </a:cubicBezTo>
                  <a:cubicBezTo>
                    <a:pt x="1930" y="4842"/>
                    <a:pt x="1835" y="4771"/>
                    <a:pt x="1669" y="4617"/>
                  </a:cubicBezTo>
                  <a:cubicBezTo>
                    <a:pt x="1433" y="4416"/>
                    <a:pt x="1208" y="4203"/>
                    <a:pt x="1006" y="3966"/>
                  </a:cubicBezTo>
                  <a:cubicBezTo>
                    <a:pt x="722" y="3611"/>
                    <a:pt x="497" y="3208"/>
                    <a:pt x="379" y="2782"/>
                  </a:cubicBezTo>
                  <a:cubicBezTo>
                    <a:pt x="237" y="2249"/>
                    <a:pt x="284" y="1681"/>
                    <a:pt x="521" y="1196"/>
                  </a:cubicBezTo>
                  <a:cubicBezTo>
                    <a:pt x="651" y="947"/>
                    <a:pt x="829" y="723"/>
                    <a:pt x="1042" y="557"/>
                  </a:cubicBezTo>
                  <a:cubicBezTo>
                    <a:pt x="1243" y="403"/>
                    <a:pt x="1492" y="296"/>
                    <a:pt x="1740" y="249"/>
                  </a:cubicBezTo>
                  <a:cubicBezTo>
                    <a:pt x="1886" y="222"/>
                    <a:pt x="2031" y="209"/>
                    <a:pt x="2175" y="209"/>
                  </a:cubicBezTo>
                  <a:cubicBezTo>
                    <a:pt x="2478" y="209"/>
                    <a:pt x="2778" y="267"/>
                    <a:pt x="3066" y="379"/>
                  </a:cubicBezTo>
                  <a:cubicBezTo>
                    <a:pt x="3350" y="498"/>
                    <a:pt x="3622" y="640"/>
                    <a:pt x="3871" y="817"/>
                  </a:cubicBezTo>
                  <a:cubicBezTo>
                    <a:pt x="4034" y="937"/>
                    <a:pt x="4137" y="996"/>
                    <a:pt x="4162" y="996"/>
                  </a:cubicBezTo>
                  <a:cubicBezTo>
                    <a:pt x="4164" y="996"/>
                    <a:pt x="4166" y="996"/>
                    <a:pt x="4167" y="995"/>
                  </a:cubicBezTo>
                  <a:cubicBezTo>
                    <a:pt x="4179" y="983"/>
                    <a:pt x="4096" y="900"/>
                    <a:pt x="3930" y="746"/>
                  </a:cubicBezTo>
                  <a:cubicBezTo>
                    <a:pt x="3682" y="533"/>
                    <a:pt x="3409" y="356"/>
                    <a:pt x="3125" y="214"/>
                  </a:cubicBezTo>
                  <a:cubicBezTo>
                    <a:pt x="2924" y="131"/>
                    <a:pt x="2699" y="60"/>
                    <a:pt x="2474" y="36"/>
                  </a:cubicBezTo>
                  <a:cubicBezTo>
                    <a:pt x="2350" y="12"/>
                    <a:pt x="2223" y="1"/>
                    <a:pt x="20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7"/>
            <p:cNvSpPr/>
            <p:nvPr/>
          </p:nvSpPr>
          <p:spPr>
            <a:xfrm>
              <a:off x="987975" y="1192200"/>
              <a:ext cx="25" cy="25"/>
            </a:xfrm>
            <a:custGeom>
              <a:rect b="b" l="l" r="r" t="t"/>
              <a:pathLst>
                <a:path extrusionOk="0" fill="none" h="1" w="1">
                  <a:moveTo>
                    <a:pt x="0" y="1"/>
                  </a:moveTo>
                  <a:close/>
                </a:path>
              </a:pathLst>
            </a:custGeom>
            <a:noFill/>
            <a:ln cap="flat" cmpd="sng" w="1775">
              <a:solidFill>
                <a:srgbClr val="FF3B16"/>
              </a:solidFill>
              <a:prstDash val="solid"/>
              <a:miter lim="118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7"/>
            <p:cNvSpPr/>
            <p:nvPr/>
          </p:nvSpPr>
          <p:spPr>
            <a:xfrm>
              <a:off x="977600" y="1135400"/>
              <a:ext cx="32300" cy="62675"/>
            </a:xfrm>
            <a:custGeom>
              <a:rect b="b" l="l" r="r" t="t"/>
              <a:pathLst>
                <a:path extrusionOk="0" h="2507" w="1292">
                  <a:moveTo>
                    <a:pt x="1173" y="0"/>
                  </a:moveTo>
                  <a:cubicBezTo>
                    <a:pt x="1054" y="0"/>
                    <a:pt x="936" y="24"/>
                    <a:pt x="830" y="83"/>
                  </a:cubicBezTo>
                  <a:cubicBezTo>
                    <a:pt x="664" y="166"/>
                    <a:pt x="534" y="284"/>
                    <a:pt x="427" y="426"/>
                  </a:cubicBezTo>
                  <a:cubicBezTo>
                    <a:pt x="309" y="604"/>
                    <a:pt x="214" y="793"/>
                    <a:pt x="155" y="994"/>
                  </a:cubicBezTo>
                  <a:cubicBezTo>
                    <a:pt x="48" y="1349"/>
                    <a:pt x="1" y="1728"/>
                    <a:pt x="36" y="2095"/>
                  </a:cubicBezTo>
                  <a:cubicBezTo>
                    <a:pt x="48" y="2225"/>
                    <a:pt x="84" y="2344"/>
                    <a:pt x="155" y="2438"/>
                  </a:cubicBezTo>
                  <a:cubicBezTo>
                    <a:pt x="199" y="2482"/>
                    <a:pt x="236" y="2507"/>
                    <a:pt x="257" y="2507"/>
                  </a:cubicBezTo>
                  <a:cubicBezTo>
                    <a:pt x="265" y="2507"/>
                    <a:pt x="270" y="2504"/>
                    <a:pt x="273" y="2498"/>
                  </a:cubicBezTo>
                  <a:cubicBezTo>
                    <a:pt x="285" y="2486"/>
                    <a:pt x="250" y="2462"/>
                    <a:pt x="226" y="2391"/>
                  </a:cubicBezTo>
                  <a:cubicBezTo>
                    <a:pt x="202" y="2296"/>
                    <a:pt x="190" y="2202"/>
                    <a:pt x="202" y="2095"/>
                  </a:cubicBezTo>
                  <a:cubicBezTo>
                    <a:pt x="214" y="1740"/>
                    <a:pt x="273" y="1397"/>
                    <a:pt x="380" y="1065"/>
                  </a:cubicBezTo>
                  <a:cubicBezTo>
                    <a:pt x="427" y="876"/>
                    <a:pt x="510" y="710"/>
                    <a:pt x="605" y="545"/>
                  </a:cubicBezTo>
                  <a:cubicBezTo>
                    <a:pt x="676" y="414"/>
                    <a:pt x="782" y="308"/>
                    <a:pt x="901" y="225"/>
                  </a:cubicBezTo>
                  <a:cubicBezTo>
                    <a:pt x="1114" y="83"/>
                    <a:pt x="1291" y="83"/>
                    <a:pt x="1291" y="47"/>
                  </a:cubicBezTo>
                  <a:cubicBezTo>
                    <a:pt x="1291" y="36"/>
                    <a:pt x="1244" y="24"/>
                    <a:pt x="1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7"/>
            <p:cNvSpPr/>
            <p:nvPr/>
          </p:nvSpPr>
          <p:spPr>
            <a:xfrm>
              <a:off x="1170250" y="2120050"/>
              <a:ext cx="30200" cy="28875"/>
            </a:xfrm>
            <a:custGeom>
              <a:rect b="b" l="l" r="r" t="t"/>
              <a:pathLst>
                <a:path extrusionOk="0" h="1155" w="1208">
                  <a:moveTo>
                    <a:pt x="462" y="1"/>
                  </a:moveTo>
                  <a:cubicBezTo>
                    <a:pt x="427" y="1"/>
                    <a:pt x="391" y="6"/>
                    <a:pt x="356" y="18"/>
                  </a:cubicBezTo>
                  <a:cubicBezTo>
                    <a:pt x="308" y="30"/>
                    <a:pt x="261" y="54"/>
                    <a:pt x="226" y="78"/>
                  </a:cubicBezTo>
                  <a:cubicBezTo>
                    <a:pt x="155" y="113"/>
                    <a:pt x="107" y="149"/>
                    <a:pt x="60" y="160"/>
                  </a:cubicBezTo>
                  <a:cubicBezTo>
                    <a:pt x="24" y="184"/>
                    <a:pt x="1" y="196"/>
                    <a:pt x="1" y="208"/>
                  </a:cubicBezTo>
                  <a:cubicBezTo>
                    <a:pt x="1" y="220"/>
                    <a:pt x="24" y="243"/>
                    <a:pt x="72" y="243"/>
                  </a:cubicBezTo>
                  <a:cubicBezTo>
                    <a:pt x="143" y="243"/>
                    <a:pt x="214" y="243"/>
                    <a:pt x="285" y="220"/>
                  </a:cubicBezTo>
                  <a:cubicBezTo>
                    <a:pt x="319" y="206"/>
                    <a:pt x="358" y="200"/>
                    <a:pt x="399" y="200"/>
                  </a:cubicBezTo>
                  <a:cubicBezTo>
                    <a:pt x="427" y="200"/>
                    <a:pt x="457" y="203"/>
                    <a:pt x="486" y="208"/>
                  </a:cubicBezTo>
                  <a:cubicBezTo>
                    <a:pt x="557" y="279"/>
                    <a:pt x="616" y="350"/>
                    <a:pt x="663" y="433"/>
                  </a:cubicBezTo>
                  <a:cubicBezTo>
                    <a:pt x="920" y="805"/>
                    <a:pt x="1084" y="1155"/>
                    <a:pt x="1146" y="1155"/>
                  </a:cubicBezTo>
                  <a:cubicBezTo>
                    <a:pt x="1147" y="1155"/>
                    <a:pt x="1148" y="1155"/>
                    <a:pt x="1149" y="1155"/>
                  </a:cubicBezTo>
                  <a:cubicBezTo>
                    <a:pt x="1208" y="1143"/>
                    <a:pt x="1149" y="717"/>
                    <a:pt x="853" y="302"/>
                  </a:cubicBezTo>
                  <a:cubicBezTo>
                    <a:pt x="817" y="243"/>
                    <a:pt x="782" y="196"/>
                    <a:pt x="735" y="149"/>
                  </a:cubicBezTo>
                  <a:cubicBezTo>
                    <a:pt x="687" y="89"/>
                    <a:pt x="628" y="42"/>
                    <a:pt x="569" y="18"/>
                  </a:cubicBezTo>
                  <a:cubicBezTo>
                    <a:pt x="533" y="6"/>
                    <a:pt x="498" y="1"/>
                    <a:pt x="4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7"/>
            <p:cNvSpPr/>
            <p:nvPr/>
          </p:nvSpPr>
          <p:spPr>
            <a:xfrm>
              <a:off x="1181500" y="2094950"/>
              <a:ext cx="32275" cy="24475"/>
            </a:xfrm>
            <a:custGeom>
              <a:rect b="b" l="l" r="r" t="t"/>
              <a:pathLst>
                <a:path extrusionOk="0" h="979" w="1291">
                  <a:moveTo>
                    <a:pt x="318" y="0"/>
                  </a:moveTo>
                  <a:cubicBezTo>
                    <a:pt x="294" y="0"/>
                    <a:pt x="271" y="2"/>
                    <a:pt x="249" y="4"/>
                  </a:cubicBezTo>
                  <a:cubicBezTo>
                    <a:pt x="71" y="28"/>
                    <a:pt x="0" y="111"/>
                    <a:pt x="24" y="135"/>
                  </a:cubicBezTo>
                  <a:cubicBezTo>
                    <a:pt x="36" y="170"/>
                    <a:pt x="119" y="146"/>
                    <a:pt x="249" y="170"/>
                  </a:cubicBezTo>
                  <a:cubicBezTo>
                    <a:pt x="320" y="182"/>
                    <a:pt x="379" y="206"/>
                    <a:pt x="450" y="241"/>
                  </a:cubicBezTo>
                  <a:cubicBezTo>
                    <a:pt x="521" y="288"/>
                    <a:pt x="592" y="348"/>
                    <a:pt x="651" y="419"/>
                  </a:cubicBezTo>
                  <a:cubicBezTo>
                    <a:pt x="919" y="719"/>
                    <a:pt x="1155" y="978"/>
                    <a:pt x="1221" y="978"/>
                  </a:cubicBezTo>
                  <a:cubicBezTo>
                    <a:pt x="1225" y="978"/>
                    <a:pt x="1229" y="977"/>
                    <a:pt x="1231" y="975"/>
                  </a:cubicBezTo>
                  <a:cubicBezTo>
                    <a:pt x="1291" y="939"/>
                    <a:pt x="1125" y="608"/>
                    <a:pt x="817" y="265"/>
                  </a:cubicBezTo>
                  <a:cubicBezTo>
                    <a:pt x="746" y="170"/>
                    <a:pt x="651" y="99"/>
                    <a:pt x="545" y="52"/>
                  </a:cubicBezTo>
                  <a:cubicBezTo>
                    <a:pt x="473" y="16"/>
                    <a:pt x="393"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57"/>
            <p:cNvSpPr/>
            <p:nvPr/>
          </p:nvSpPr>
          <p:spPr>
            <a:xfrm>
              <a:off x="1179125" y="2072325"/>
              <a:ext cx="30500" cy="12125"/>
            </a:xfrm>
            <a:custGeom>
              <a:rect b="b" l="l" r="r" t="t"/>
              <a:pathLst>
                <a:path extrusionOk="0" h="485" w="1220">
                  <a:moveTo>
                    <a:pt x="563" y="0"/>
                  </a:moveTo>
                  <a:cubicBezTo>
                    <a:pt x="487" y="0"/>
                    <a:pt x="412" y="20"/>
                    <a:pt x="344" y="45"/>
                  </a:cubicBezTo>
                  <a:cubicBezTo>
                    <a:pt x="273" y="69"/>
                    <a:pt x="202" y="116"/>
                    <a:pt x="143" y="164"/>
                  </a:cubicBezTo>
                  <a:cubicBezTo>
                    <a:pt x="36" y="258"/>
                    <a:pt x="1" y="329"/>
                    <a:pt x="24" y="353"/>
                  </a:cubicBezTo>
                  <a:cubicBezTo>
                    <a:pt x="28" y="359"/>
                    <a:pt x="36" y="362"/>
                    <a:pt x="48" y="362"/>
                  </a:cubicBezTo>
                  <a:cubicBezTo>
                    <a:pt x="82" y="362"/>
                    <a:pt x="148" y="340"/>
                    <a:pt x="226" y="306"/>
                  </a:cubicBezTo>
                  <a:cubicBezTo>
                    <a:pt x="334" y="256"/>
                    <a:pt x="443" y="232"/>
                    <a:pt x="558" y="232"/>
                  </a:cubicBezTo>
                  <a:cubicBezTo>
                    <a:pt x="581" y="232"/>
                    <a:pt x="604" y="233"/>
                    <a:pt x="628" y="235"/>
                  </a:cubicBezTo>
                  <a:cubicBezTo>
                    <a:pt x="770" y="247"/>
                    <a:pt x="900" y="306"/>
                    <a:pt x="1019" y="377"/>
                  </a:cubicBezTo>
                  <a:cubicBezTo>
                    <a:pt x="1105" y="431"/>
                    <a:pt x="1152" y="485"/>
                    <a:pt x="1187" y="485"/>
                  </a:cubicBezTo>
                  <a:cubicBezTo>
                    <a:pt x="1190" y="485"/>
                    <a:pt x="1193" y="484"/>
                    <a:pt x="1196" y="483"/>
                  </a:cubicBezTo>
                  <a:cubicBezTo>
                    <a:pt x="1220" y="471"/>
                    <a:pt x="1220" y="377"/>
                    <a:pt x="1125" y="270"/>
                  </a:cubicBezTo>
                  <a:cubicBezTo>
                    <a:pt x="1007" y="116"/>
                    <a:pt x="841" y="22"/>
                    <a:pt x="652" y="10"/>
                  </a:cubicBezTo>
                  <a:cubicBezTo>
                    <a:pt x="622" y="3"/>
                    <a:pt x="592" y="0"/>
                    <a:pt x="5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57"/>
            <p:cNvSpPr/>
            <p:nvPr/>
          </p:nvSpPr>
          <p:spPr>
            <a:xfrm>
              <a:off x="731100" y="1753275"/>
              <a:ext cx="58325" cy="309850"/>
            </a:xfrm>
            <a:custGeom>
              <a:rect b="b" l="l" r="r" t="t"/>
              <a:pathLst>
                <a:path extrusionOk="0" h="12394" w="2333">
                  <a:moveTo>
                    <a:pt x="1" y="0"/>
                  </a:moveTo>
                  <a:cubicBezTo>
                    <a:pt x="13" y="166"/>
                    <a:pt x="36" y="331"/>
                    <a:pt x="96" y="485"/>
                  </a:cubicBezTo>
                  <a:cubicBezTo>
                    <a:pt x="167" y="805"/>
                    <a:pt x="285" y="1243"/>
                    <a:pt x="427" y="1799"/>
                  </a:cubicBezTo>
                  <a:cubicBezTo>
                    <a:pt x="699" y="2912"/>
                    <a:pt x="1054" y="4439"/>
                    <a:pt x="1374" y="6155"/>
                  </a:cubicBezTo>
                  <a:cubicBezTo>
                    <a:pt x="1694" y="7860"/>
                    <a:pt x="1907" y="9422"/>
                    <a:pt x="2049" y="10558"/>
                  </a:cubicBezTo>
                  <a:lnTo>
                    <a:pt x="2226" y="11896"/>
                  </a:lnTo>
                  <a:cubicBezTo>
                    <a:pt x="2226" y="12062"/>
                    <a:pt x="2262" y="12227"/>
                    <a:pt x="2309" y="12393"/>
                  </a:cubicBezTo>
                  <a:cubicBezTo>
                    <a:pt x="2333" y="12227"/>
                    <a:pt x="2333" y="12050"/>
                    <a:pt x="2309" y="11896"/>
                  </a:cubicBezTo>
                  <a:cubicBezTo>
                    <a:pt x="2297" y="11576"/>
                    <a:pt x="2262" y="11103"/>
                    <a:pt x="2214" y="10535"/>
                  </a:cubicBezTo>
                  <a:cubicBezTo>
                    <a:pt x="2120" y="9398"/>
                    <a:pt x="1919" y="7824"/>
                    <a:pt x="1599" y="6108"/>
                  </a:cubicBezTo>
                  <a:cubicBezTo>
                    <a:pt x="1279" y="4391"/>
                    <a:pt x="901" y="2853"/>
                    <a:pt x="581" y="1764"/>
                  </a:cubicBezTo>
                  <a:cubicBezTo>
                    <a:pt x="415" y="1207"/>
                    <a:pt x="285" y="758"/>
                    <a:pt x="179" y="462"/>
                  </a:cubicBezTo>
                  <a:cubicBezTo>
                    <a:pt x="131" y="308"/>
                    <a:pt x="72" y="154"/>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7"/>
            <p:cNvSpPr/>
            <p:nvPr/>
          </p:nvSpPr>
          <p:spPr>
            <a:xfrm>
              <a:off x="787625" y="2057750"/>
              <a:ext cx="204500" cy="17475"/>
            </a:xfrm>
            <a:custGeom>
              <a:rect b="b" l="l" r="r" t="t"/>
              <a:pathLst>
                <a:path extrusionOk="0" h="699" w="8180">
                  <a:moveTo>
                    <a:pt x="178" y="0"/>
                  </a:moveTo>
                  <a:cubicBezTo>
                    <a:pt x="71" y="0"/>
                    <a:pt x="13" y="4"/>
                    <a:pt x="13" y="13"/>
                  </a:cubicBezTo>
                  <a:cubicBezTo>
                    <a:pt x="1" y="48"/>
                    <a:pt x="451" y="119"/>
                    <a:pt x="1196" y="202"/>
                  </a:cubicBezTo>
                  <a:cubicBezTo>
                    <a:pt x="1930" y="273"/>
                    <a:pt x="2948" y="368"/>
                    <a:pt x="4084" y="439"/>
                  </a:cubicBezTo>
                  <a:lnTo>
                    <a:pt x="6973" y="640"/>
                  </a:lnTo>
                  <a:cubicBezTo>
                    <a:pt x="7474" y="681"/>
                    <a:pt x="7854" y="699"/>
                    <a:pt x="8044" y="699"/>
                  </a:cubicBezTo>
                  <a:cubicBezTo>
                    <a:pt x="8132" y="699"/>
                    <a:pt x="8180" y="695"/>
                    <a:pt x="8180" y="687"/>
                  </a:cubicBezTo>
                  <a:cubicBezTo>
                    <a:pt x="8180" y="652"/>
                    <a:pt x="7730" y="569"/>
                    <a:pt x="6996" y="486"/>
                  </a:cubicBezTo>
                  <a:cubicBezTo>
                    <a:pt x="6262" y="392"/>
                    <a:pt x="5233" y="285"/>
                    <a:pt x="4108" y="214"/>
                  </a:cubicBezTo>
                  <a:cubicBezTo>
                    <a:pt x="2972" y="131"/>
                    <a:pt x="1954" y="72"/>
                    <a:pt x="1208" y="36"/>
                  </a:cubicBezTo>
                  <a:cubicBezTo>
                    <a:pt x="734" y="14"/>
                    <a:pt x="374" y="0"/>
                    <a:pt x="1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7"/>
            <p:cNvSpPr/>
            <p:nvPr/>
          </p:nvSpPr>
          <p:spPr>
            <a:xfrm>
              <a:off x="1162275" y="1745850"/>
              <a:ext cx="37600" cy="187950"/>
            </a:xfrm>
            <a:custGeom>
              <a:rect b="b" l="l" r="r" t="t"/>
              <a:pathLst>
                <a:path extrusionOk="0" h="7518" w="1504">
                  <a:moveTo>
                    <a:pt x="37" y="1"/>
                  </a:moveTo>
                  <a:cubicBezTo>
                    <a:pt x="37" y="1"/>
                    <a:pt x="36" y="1"/>
                    <a:pt x="36" y="1"/>
                  </a:cubicBezTo>
                  <a:cubicBezTo>
                    <a:pt x="0" y="13"/>
                    <a:pt x="95" y="427"/>
                    <a:pt x="249" y="1102"/>
                  </a:cubicBezTo>
                  <a:cubicBezTo>
                    <a:pt x="402" y="1777"/>
                    <a:pt x="616" y="2712"/>
                    <a:pt x="805" y="3753"/>
                  </a:cubicBezTo>
                  <a:cubicBezTo>
                    <a:pt x="1006" y="4783"/>
                    <a:pt x="1160" y="5730"/>
                    <a:pt x="1267" y="6417"/>
                  </a:cubicBezTo>
                  <a:cubicBezTo>
                    <a:pt x="1361" y="7103"/>
                    <a:pt x="1432" y="7517"/>
                    <a:pt x="1468" y="7517"/>
                  </a:cubicBezTo>
                  <a:cubicBezTo>
                    <a:pt x="1503" y="7517"/>
                    <a:pt x="1491" y="7091"/>
                    <a:pt x="1420" y="6393"/>
                  </a:cubicBezTo>
                  <a:cubicBezTo>
                    <a:pt x="1361" y="5706"/>
                    <a:pt x="1231" y="4748"/>
                    <a:pt x="1030" y="3706"/>
                  </a:cubicBezTo>
                  <a:cubicBezTo>
                    <a:pt x="840" y="2664"/>
                    <a:pt x="604" y="1729"/>
                    <a:pt x="414" y="1066"/>
                  </a:cubicBezTo>
                  <a:cubicBezTo>
                    <a:pt x="216" y="413"/>
                    <a:pt x="75" y="1"/>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57"/>
            <p:cNvSpPr/>
            <p:nvPr/>
          </p:nvSpPr>
          <p:spPr>
            <a:xfrm>
              <a:off x="693825" y="2058050"/>
              <a:ext cx="77850" cy="37700"/>
            </a:xfrm>
            <a:custGeom>
              <a:rect b="b" l="l" r="r" t="t"/>
              <a:pathLst>
                <a:path extrusionOk="0" h="1508" w="3114">
                  <a:moveTo>
                    <a:pt x="3056" y="1"/>
                  </a:moveTo>
                  <a:cubicBezTo>
                    <a:pt x="2878" y="1"/>
                    <a:pt x="2208" y="173"/>
                    <a:pt x="1456" y="533"/>
                  </a:cubicBezTo>
                  <a:cubicBezTo>
                    <a:pt x="604" y="960"/>
                    <a:pt x="1" y="1445"/>
                    <a:pt x="36" y="1504"/>
                  </a:cubicBezTo>
                  <a:cubicBezTo>
                    <a:pt x="38" y="1507"/>
                    <a:pt x="42" y="1508"/>
                    <a:pt x="48" y="1508"/>
                  </a:cubicBezTo>
                  <a:cubicBezTo>
                    <a:pt x="144" y="1508"/>
                    <a:pt x="769" y="1138"/>
                    <a:pt x="1563" y="746"/>
                  </a:cubicBezTo>
                  <a:cubicBezTo>
                    <a:pt x="2403" y="332"/>
                    <a:pt x="3114" y="84"/>
                    <a:pt x="3102" y="13"/>
                  </a:cubicBezTo>
                  <a:cubicBezTo>
                    <a:pt x="3099" y="5"/>
                    <a:pt x="3083" y="1"/>
                    <a:pt x="30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7"/>
            <p:cNvSpPr/>
            <p:nvPr/>
          </p:nvSpPr>
          <p:spPr>
            <a:xfrm>
              <a:off x="989750" y="1167500"/>
              <a:ext cx="93225" cy="41650"/>
            </a:xfrm>
            <a:custGeom>
              <a:rect b="b" l="l" r="r" t="t"/>
              <a:pathLst>
                <a:path extrusionOk="0" h="1666" w="3729">
                  <a:moveTo>
                    <a:pt x="1604" y="0"/>
                  </a:moveTo>
                  <a:cubicBezTo>
                    <a:pt x="1515" y="0"/>
                    <a:pt x="1427" y="6"/>
                    <a:pt x="1338" y="18"/>
                  </a:cubicBezTo>
                  <a:cubicBezTo>
                    <a:pt x="1172" y="42"/>
                    <a:pt x="1006" y="101"/>
                    <a:pt x="864" y="184"/>
                  </a:cubicBezTo>
                  <a:cubicBezTo>
                    <a:pt x="616" y="326"/>
                    <a:pt x="426" y="539"/>
                    <a:pt x="284" y="776"/>
                  </a:cubicBezTo>
                  <a:cubicBezTo>
                    <a:pt x="59" y="1178"/>
                    <a:pt x="0" y="1462"/>
                    <a:pt x="36" y="1474"/>
                  </a:cubicBezTo>
                  <a:cubicBezTo>
                    <a:pt x="37" y="1474"/>
                    <a:pt x="37" y="1474"/>
                    <a:pt x="38" y="1474"/>
                  </a:cubicBezTo>
                  <a:cubicBezTo>
                    <a:pt x="76" y="1474"/>
                    <a:pt x="183" y="1218"/>
                    <a:pt x="426" y="870"/>
                  </a:cubicBezTo>
                  <a:cubicBezTo>
                    <a:pt x="568" y="657"/>
                    <a:pt x="746" y="492"/>
                    <a:pt x="959" y="373"/>
                  </a:cubicBezTo>
                  <a:cubicBezTo>
                    <a:pt x="1154" y="271"/>
                    <a:pt x="1368" y="218"/>
                    <a:pt x="1578" y="218"/>
                  </a:cubicBezTo>
                  <a:cubicBezTo>
                    <a:pt x="1661" y="218"/>
                    <a:pt x="1743" y="226"/>
                    <a:pt x="1823" y="243"/>
                  </a:cubicBezTo>
                  <a:cubicBezTo>
                    <a:pt x="2131" y="302"/>
                    <a:pt x="2415" y="421"/>
                    <a:pt x="2652" y="610"/>
                  </a:cubicBezTo>
                  <a:cubicBezTo>
                    <a:pt x="2865" y="764"/>
                    <a:pt x="3054" y="930"/>
                    <a:pt x="3220" y="1131"/>
                  </a:cubicBezTo>
                  <a:cubicBezTo>
                    <a:pt x="3490" y="1446"/>
                    <a:pt x="3653" y="1665"/>
                    <a:pt x="3699" y="1665"/>
                  </a:cubicBezTo>
                  <a:cubicBezTo>
                    <a:pt x="3701" y="1665"/>
                    <a:pt x="3703" y="1665"/>
                    <a:pt x="3705" y="1663"/>
                  </a:cubicBezTo>
                  <a:cubicBezTo>
                    <a:pt x="3729" y="1652"/>
                    <a:pt x="3610" y="1403"/>
                    <a:pt x="3338" y="1024"/>
                  </a:cubicBezTo>
                  <a:cubicBezTo>
                    <a:pt x="3184" y="811"/>
                    <a:pt x="2995" y="610"/>
                    <a:pt x="2782" y="432"/>
                  </a:cubicBezTo>
                  <a:cubicBezTo>
                    <a:pt x="2521" y="219"/>
                    <a:pt x="2202" y="77"/>
                    <a:pt x="1870" y="18"/>
                  </a:cubicBezTo>
                  <a:cubicBezTo>
                    <a:pt x="1782" y="6"/>
                    <a:pt x="1693" y="0"/>
                    <a:pt x="16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57"/>
            <p:cNvSpPr/>
            <p:nvPr/>
          </p:nvSpPr>
          <p:spPr>
            <a:xfrm>
              <a:off x="1106325" y="1254325"/>
              <a:ext cx="111000" cy="54600"/>
            </a:xfrm>
            <a:custGeom>
              <a:rect b="b" l="l" r="r" t="t"/>
              <a:pathLst>
                <a:path extrusionOk="0" h="2184" w="4440">
                  <a:moveTo>
                    <a:pt x="28" y="0"/>
                  </a:moveTo>
                  <a:cubicBezTo>
                    <a:pt x="27" y="0"/>
                    <a:pt x="26" y="0"/>
                    <a:pt x="25" y="1"/>
                  </a:cubicBezTo>
                  <a:cubicBezTo>
                    <a:pt x="1" y="25"/>
                    <a:pt x="131" y="309"/>
                    <a:pt x="427" y="735"/>
                  </a:cubicBezTo>
                  <a:cubicBezTo>
                    <a:pt x="605" y="996"/>
                    <a:pt x="806" y="1221"/>
                    <a:pt x="1031" y="1434"/>
                  </a:cubicBezTo>
                  <a:cubicBezTo>
                    <a:pt x="1315" y="1694"/>
                    <a:pt x="1646" y="1895"/>
                    <a:pt x="2001" y="2037"/>
                  </a:cubicBezTo>
                  <a:cubicBezTo>
                    <a:pt x="2256" y="2136"/>
                    <a:pt x="2522" y="2183"/>
                    <a:pt x="2787" y="2183"/>
                  </a:cubicBezTo>
                  <a:cubicBezTo>
                    <a:pt x="2904" y="2183"/>
                    <a:pt x="3021" y="2174"/>
                    <a:pt x="3138" y="2156"/>
                  </a:cubicBezTo>
                  <a:cubicBezTo>
                    <a:pt x="3457" y="2097"/>
                    <a:pt x="3753" y="1966"/>
                    <a:pt x="3990" y="1753"/>
                  </a:cubicBezTo>
                  <a:cubicBezTo>
                    <a:pt x="4156" y="1623"/>
                    <a:pt x="4286" y="1446"/>
                    <a:pt x="4380" y="1256"/>
                  </a:cubicBezTo>
                  <a:cubicBezTo>
                    <a:pt x="4428" y="1114"/>
                    <a:pt x="4440" y="1031"/>
                    <a:pt x="4428" y="1031"/>
                  </a:cubicBezTo>
                  <a:cubicBezTo>
                    <a:pt x="4427" y="1031"/>
                    <a:pt x="4427" y="1031"/>
                    <a:pt x="4426" y="1031"/>
                  </a:cubicBezTo>
                  <a:cubicBezTo>
                    <a:pt x="4389" y="1031"/>
                    <a:pt x="4290" y="1344"/>
                    <a:pt x="3895" y="1635"/>
                  </a:cubicBezTo>
                  <a:cubicBezTo>
                    <a:pt x="3658" y="1801"/>
                    <a:pt x="3386" y="1907"/>
                    <a:pt x="3114" y="1943"/>
                  </a:cubicBezTo>
                  <a:cubicBezTo>
                    <a:pt x="3022" y="1955"/>
                    <a:pt x="2930" y="1961"/>
                    <a:pt x="2839" y="1961"/>
                  </a:cubicBezTo>
                  <a:cubicBezTo>
                    <a:pt x="2578" y="1961"/>
                    <a:pt x="2321" y="1912"/>
                    <a:pt x="2084" y="1824"/>
                  </a:cubicBezTo>
                  <a:cubicBezTo>
                    <a:pt x="1374" y="1552"/>
                    <a:pt x="877" y="1031"/>
                    <a:pt x="557" y="641"/>
                  </a:cubicBezTo>
                  <a:cubicBezTo>
                    <a:pt x="251" y="266"/>
                    <a:pt x="64"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7"/>
            <p:cNvSpPr/>
            <p:nvPr/>
          </p:nvSpPr>
          <p:spPr>
            <a:xfrm>
              <a:off x="703600" y="1560325"/>
              <a:ext cx="600425" cy="208550"/>
            </a:xfrm>
            <a:custGeom>
              <a:rect b="b" l="l" r="r" t="t"/>
              <a:pathLst>
                <a:path extrusionOk="0" h="8342" w="24017">
                  <a:moveTo>
                    <a:pt x="59" y="1"/>
                  </a:moveTo>
                  <a:lnTo>
                    <a:pt x="0" y="12"/>
                  </a:lnTo>
                  <a:lnTo>
                    <a:pt x="36" y="95"/>
                  </a:lnTo>
                  <a:cubicBezTo>
                    <a:pt x="95" y="225"/>
                    <a:pt x="178" y="379"/>
                    <a:pt x="261" y="545"/>
                  </a:cubicBezTo>
                  <a:cubicBezTo>
                    <a:pt x="474" y="959"/>
                    <a:pt x="722" y="1362"/>
                    <a:pt x="983" y="1741"/>
                  </a:cubicBezTo>
                  <a:cubicBezTo>
                    <a:pt x="1326" y="2250"/>
                    <a:pt x="1705" y="2735"/>
                    <a:pt x="2119" y="3185"/>
                  </a:cubicBezTo>
                  <a:cubicBezTo>
                    <a:pt x="2616" y="3741"/>
                    <a:pt x="3172" y="4250"/>
                    <a:pt x="3764" y="4700"/>
                  </a:cubicBezTo>
                  <a:cubicBezTo>
                    <a:pt x="3847" y="4759"/>
                    <a:pt x="3930" y="4818"/>
                    <a:pt x="4013" y="4877"/>
                  </a:cubicBezTo>
                  <a:cubicBezTo>
                    <a:pt x="4096" y="4936"/>
                    <a:pt x="4179" y="4996"/>
                    <a:pt x="4261" y="5055"/>
                  </a:cubicBezTo>
                  <a:cubicBezTo>
                    <a:pt x="4439" y="5161"/>
                    <a:pt x="4616" y="5292"/>
                    <a:pt x="4806" y="5398"/>
                  </a:cubicBezTo>
                  <a:cubicBezTo>
                    <a:pt x="5185" y="5623"/>
                    <a:pt x="5575" y="5824"/>
                    <a:pt x="5978" y="6002"/>
                  </a:cubicBezTo>
                  <a:cubicBezTo>
                    <a:pt x="6842" y="6392"/>
                    <a:pt x="7765" y="6653"/>
                    <a:pt x="8700" y="6807"/>
                  </a:cubicBezTo>
                  <a:cubicBezTo>
                    <a:pt x="9223" y="6887"/>
                    <a:pt x="9751" y="6928"/>
                    <a:pt x="10281" y="6928"/>
                  </a:cubicBezTo>
                  <a:cubicBezTo>
                    <a:pt x="10772" y="6928"/>
                    <a:pt x="11265" y="6892"/>
                    <a:pt x="11754" y="6818"/>
                  </a:cubicBezTo>
                  <a:cubicBezTo>
                    <a:pt x="12275" y="6747"/>
                    <a:pt x="12772" y="6617"/>
                    <a:pt x="13257" y="6511"/>
                  </a:cubicBezTo>
                  <a:cubicBezTo>
                    <a:pt x="13743" y="6404"/>
                    <a:pt x="14228" y="6333"/>
                    <a:pt x="14713" y="6309"/>
                  </a:cubicBezTo>
                  <a:cubicBezTo>
                    <a:pt x="14760" y="6309"/>
                    <a:pt x="14806" y="6309"/>
                    <a:pt x="14852" y="6309"/>
                  </a:cubicBezTo>
                  <a:cubicBezTo>
                    <a:pt x="15740" y="6309"/>
                    <a:pt x="16616" y="6417"/>
                    <a:pt x="17471" y="6665"/>
                  </a:cubicBezTo>
                  <a:cubicBezTo>
                    <a:pt x="18276" y="6889"/>
                    <a:pt x="19081" y="7174"/>
                    <a:pt x="19838" y="7529"/>
                  </a:cubicBezTo>
                  <a:cubicBezTo>
                    <a:pt x="20205" y="7694"/>
                    <a:pt x="20561" y="7860"/>
                    <a:pt x="20904" y="7990"/>
                  </a:cubicBezTo>
                  <a:cubicBezTo>
                    <a:pt x="21247" y="8120"/>
                    <a:pt x="21590" y="8227"/>
                    <a:pt x="21945" y="8286"/>
                  </a:cubicBezTo>
                  <a:cubicBezTo>
                    <a:pt x="22145" y="8323"/>
                    <a:pt x="22350" y="8342"/>
                    <a:pt x="22556" y="8342"/>
                  </a:cubicBezTo>
                  <a:cubicBezTo>
                    <a:pt x="22679" y="8342"/>
                    <a:pt x="22804" y="8335"/>
                    <a:pt x="22928" y="8322"/>
                  </a:cubicBezTo>
                  <a:cubicBezTo>
                    <a:pt x="23224" y="8298"/>
                    <a:pt x="23508" y="8227"/>
                    <a:pt x="23792" y="8132"/>
                  </a:cubicBezTo>
                  <a:cubicBezTo>
                    <a:pt x="23875" y="8109"/>
                    <a:pt x="23946" y="8073"/>
                    <a:pt x="24017" y="8049"/>
                  </a:cubicBezTo>
                  <a:lnTo>
                    <a:pt x="23958" y="7943"/>
                  </a:lnTo>
                  <a:cubicBezTo>
                    <a:pt x="23898" y="7967"/>
                    <a:pt x="23827" y="7990"/>
                    <a:pt x="23745" y="8014"/>
                  </a:cubicBezTo>
                  <a:cubicBezTo>
                    <a:pt x="23386" y="8133"/>
                    <a:pt x="23009" y="8192"/>
                    <a:pt x="22631" y="8192"/>
                  </a:cubicBezTo>
                  <a:cubicBezTo>
                    <a:pt x="22409" y="8192"/>
                    <a:pt x="22188" y="8172"/>
                    <a:pt x="21969" y="8132"/>
                  </a:cubicBezTo>
                  <a:cubicBezTo>
                    <a:pt x="21626" y="8061"/>
                    <a:pt x="21294" y="7955"/>
                    <a:pt x="20975" y="7813"/>
                  </a:cubicBezTo>
                  <a:cubicBezTo>
                    <a:pt x="20632" y="7683"/>
                    <a:pt x="20288" y="7517"/>
                    <a:pt x="19921" y="7351"/>
                  </a:cubicBezTo>
                  <a:cubicBezTo>
                    <a:pt x="19152" y="6984"/>
                    <a:pt x="18347" y="6676"/>
                    <a:pt x="17518" y="6452"/>
                  </a:cubicBezTo>
                  <a:cubicBezTo>
                    <a:pt x="16678" y="6211"/>
                    <a:pt x="15806" y="6082"/>
                    <a:pt x="14933" y="6082"/>
                  </a:cubicBezTo>
                  <a:cubicBezTo>
                    <a:pt x="14860" y="6082"/>
                    <a:pt x="14786" y="6083"/>
                    <a:pt x="14713" y="6085"/>
                  </a:cubicBezTo>
                  <a:cubicBezTo>
                    <a:pt x="14204" y="6096"/>
                    <a:pt x="13707" y="6167"/>
                    <a:pt x="13210" y="6274"/>
                  </a:cubicBezTo>
                  <a:cubicBezTo>
                    <a:pt x="12713" y="6380"/>
                    <a:pt x="12227" y="6511"/>
                    <a:pt x="11718" y="6582"/>
                  </a:cubicBezTo>
                  <a:cubicBezTo>
                    <a:pt x="11231" y="6651"/>
                    <a:pt x="10744" y="6687"/>
                    <a:pt x="10257" y="6687"/>
                  </a:cubicBezTo>
                  <a:cubicBezTo>
                    <a:pt x="9750" y="6687"/>
                    <a:pt x="9243" y="6648"/>
                    <a:pt x="8736" y="6570"/>
                  </a:cubicBezTo>
                  <a:cubicBezTo>
                    <a:pt x="7824" y="6428"/>
                    <a:pt x="6925" y="6167"/>
                    <a:pt x="6072" y="5801"/>
                  </a:cubicBezTo>
                  <a:cubicBezTo>
                    <a:pt x="5670" y="5623"/>
                    <a:pt x="5279" y="5422"/>
                    <a:pt x="4912" y="5209"/>
                  </a:cubicBezTo>
                  <a:cubicBezTo>
                    <a:pt x="4723" y="5102"/>
                    <a:pt x="4557" y="4996"/>
                    <a:pt x="4380" y="4877"/>
                  </a:cubicBezTo>
                  <a:cubicBezTo>
                    <a:pt x="4297" y="4830"/>
                    <a:pt x="4214" y="4771"/>
                    <a:pt x="4131" y="4712"/>
                  </a:cubicBezTo>
                  <a:cubicBezTo>
                    <a:pt x="4048" y="4652"/>
                    <a:pt x="3965" y="4593"/>
                    <a:pt x="3883" y="4534"/>
                  </a:cubicBezTo>
                  <a:cubicBezTo>
                    <a:pt x="3303" y="4096"/>
                    <a:pt x="2746" y="3611"/>
                    <a:pt x="2249" y="3066"/>
                  </a:cubicBezTo>
                  <a:cubicBezTo>
                    <a:pt x="1823" y="2628"/>
                    <a:pt x="1432" y="2167"/>
                    <a:pt x="1089" y="1670"/>
                  </a:cubicBezTo>
                  <a:cubicBezTo>
                    <a:pt x="817" y="1303"/>
                    <a:pt x="568" y="912"/>
                    <a:pt x="343" y="510"/>
                  </a:cubicBezTo>
                  <a:cubicBezTo>
                    <a:pt x="249" y="344"/>
                    <a:pt x="166" y="190"/>
                    <a:pt x="95" y="72"/>
                  </a:cubicBezTo>
                  <a:lnTo>
                    <a:pt x="5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7"/>
            <p:cNvSpPr/>
            <p:nvPr/>
          </p:nvSpPr>
          <p:spPr>
            <a:xfrm>
              <a:off x="504725" y="1806750"/>
              <a:ext cx="256000" cy="106925"/>
            </a:xfrm>
            <a:custGeom>
              <a:rect b="b" l="l" r="r" t="t"/>
              <a:pathLst>
                <a:path extrusionOk="0" h="4277" w="10240">
                  <a:moveTo>
                    <a:pt x="681" y="1"/>
                  </a:moveTo>
                  <a:cubicBezTo>
                    <a:pt x="474" y="1"/>
                    <a:pt x="267" y="9"/>
                    <a:pt x="60" y="27"/>
                  </a:cubicBezTo>
                  <a:lnTo>
                    <a:pt x="1" y="27"/>
                  </a:lnTo>
                  <a:cubicBezTo>
                    <a:pt x="13" y="86"/>
                    <a:pt x="25" y="157"/>
                    <a:pt x="25" y="217"/>
                  </a:cubicBezTo>
                  <a:lnTo>
                    <a:pt x="72" y="217"/>
                  </a:lnTo>
                  <a:cubicBezTo>
                    <a:pt x="214" y="208"/>
                    <a:pt x="357" y="204"/>
                    <a:pt x="500" y="204"/>
                  </a:cubicBezTo>
                  <a:cubicBezTo>
                    <a:pt x="759" y="204"/>
                    <a:pt x="1019" y="217"/>
                    <a:pt x="1279" y="240"/>
                  </a:cubicBezTo>
                  <a:cubicBezTo>
                    <a:pt x="1717" y="288"/>
                    <a:pt x="2167" y="359"/>
                    <a:pt x="2593" y="465"/>
                  </a:cubicBezTo>
                  <a:cubicBezTo>
                    <a:pt x="3055" y="572"/>
                    <a:pt x="3516" y="714"/>
                    <a:pt x="3966" y="891"/>
                  </a:cubicBezTo>
                  <a:cubicBezTo>
                    <a:pt x="4818" y="1234"/>
                    <a:pt x="5647" y="1649"/>
                    <a:pt x="6440" y="2134"/>
                  </a:cubicBezTo>
                  <a:cubicBezTo>
                    <a:pt x="7174" y="2584"/>
                    <a:pt x="7801" y="3034"/>
                    <a:pt x="8334" y="3401"/>
                  </a:cubicBezTo>
                  <a:cubicBezTo>
                    <a:pt x="8594" y="3590"/>
                    <a:pt x="8843" y="3756"/>
                    <a:pt x="9056" y="3910"/>
                  </a:cubicBezTo>
                  <a:cubicBezTo>
                    <a:pt x="9245" y="4028"/>
                    <a:pt x="9447" y="4123"/>
                    <a:pt x="9660" y="4205"/>
                  </a:cubicBezTo>
                  <a:cubicBezTo>
                    <a:pt x="9802" y="4241"/>
                    <a:pt x="9944" y="4277"/>
                    <a:pt x="10086" y="4277"/>
                  </a:cubicBezTo>
                  <a:cubicBezTo>
                    <a:pt x="10133" y="4277"/>
                    <a:pt x="10192" y="4277"/>
                    <a:pt x="10240" y="4253"/>
                  </a:cubicBezTo>
                  <a:cubicBezTo>
                    <a:pt x="10050" y="4229"/>
                    <a:pt x="9885" y="4182"/>
                    <a:pt x="9707" y="4123"/>
                  </a:cubicBezTo>
                  <a:cubicBezTo>
                    <a:pt x="9506" y="4028"/>
                    <a:pt x="9316" y="3921"/>
                    <a:pt x="9151" y="3803"/>
                  </a:cubicBezTo>
                  <a:cubicBezTo>
                    <a:pt x="8938" y="3649"/>
                    <a:pt x="8701" y="3472"/>
                    <a:pt x="8440" y="3270"/>
                  </a:cubicBezTo>
                  <a:cubicBezTo>
                    <a:pt x="7931" y="2880"/>
                    <a:pt x="7304" y="2418"/>
                    <a:pt x="6570" y="1957"/>
                  </a:cubicBezTo>
                  <a:cubicBezTo>
                    <a:pt x="5777" y="1448"/>
                    <a:pt x="4925" y="1021"/>
                    <a:pt x="4049" y="678"/>
                  </a:cubicBezTo>
                  <a:cubicBezTo>
                    <a:pt x="3599" y="501"/>
                    <a:pt x="3126" y="347"/>
                    <a:pt x="2652" y="240"/>
                  </a:cubicBezTo>
                  <a:cubicBezTo>
                    <a:pt x="2203" y="134"/>
                    <a:pt x="1753" y="63"/>
                    <a:pt x="1303" y="27"/>
                  </a:cubicBezTo>
                  <a:cubicBezTo>
                    <a:pt x="1096" y="9"/>
                    <a:pt x="889" y="1"/>
                    <a:pt x="6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7"/>
            <p:cNvSpPr/>
            <p:nvPr/>
          </p:nvSpPr>
          <p:spPr>
            <a:xfrm>
              <a:off x="804800" y="1915750"/>
              <a:ext cx="324950" cy="63675"/>
            </a:xfrm>
            <a:custGeom>
              <a:rect b="b" l="l" r="r" t="t"/>
              <a:pathLst>
                <a:path extrusionOk="0" h="2547" w="12998">
                  <a:moveTo>
                    <a:pt x="2397" y="1"/>
                  </a:moveTo>
                  <a:cubicBezTo>
                    <a:pt x="2198" y="1"/>
                    <a:pt x="1998" y="12"/>
                    <a:pt x="1799" y="35"/>
                  </a:cubicBezTo>
                  <a:cubicBezTo>
                    <a:pt x="1302" y="82"/>
                    <a:pt x="829" y="248"/>
                    <a:pt x="403" y="520"/>
                  </a:cubicBezTo>
                  <a:cubicBezTo>
                    <a:pt x="249" y="603"/>
                    <a:pt x="107" y="733"/>
                    <a:pt x="0" y="875"/>
                  </a:cubicBezTo>
                  <a:cubicBezTo>
                    <a:pt x="1" y="876"/>
                    <a:pt x="2" y="876"/>
                    <a:pt x="3" y="876"/>
                  </a:cubicBezTo>
                  <a:cubicBezTo>
                    <a:pt x="24" y="876"/>
                    <a:pt x="167" y="750"/>
                    <a:pt x="450" y="591"/>
                  </a:cubicBezTo>
                  <a:cubicBezTo>
                    <a:pt x="864" y="366"/>
                    <a:pt x="1338" y="236"/>
                    <a:pt x="1811" y="201"/>
                  </a:cubicBezTo>
                  <a:cubicBezTo>
                    <a:pt x="1959" y="188"/>
                    <a:pt x="2108" y="182"/>
                    <a:pt x="2257" y="182"/>
                  </a:cubicBezTo>
                  <a:cubicBezTo>
                    <a:pt x="2810" y="182"/>
                    <a:pt x="3365" y="267"/>
                    <a:pt x="3906" y="425"/>
                  </a:cubicBezTo>
                  <a:cubicBezTo>
                    <a:pt x="4735" y="686"/>
                    <a:pt x="5552" y="1005"/>
                    <a:pt x="6357" y="1372"/>
                  </a:cubicBezTo>
                  <a:cubicBezTo>
                    <a:pt x="7150" y="1739"/>
                    <a:pt x="7990" y="2047"/>
                    <a:pt x="8854" y="2272"/>
                  </a:cubicBezTo>
                  <a:cubicBezTo>
                    <a:pt x="9553" y="2438"/>
                    <a:pt x="10286" y="2532"/>
                    <a:pt x="11008" y="2544"/>
                  </a:cubicBezTo>
                  <a:cubicBezTo>
                    <a:pt x="11070" y="2546"/>
                    <a:pt x="11132" y="2546"/>
                    <a:pt x="11194" y="2546"/>
                  </a:cubicBezTo>
                  <a:cubicBezTo>
                    <a:pt x="11620" y="2546"/>
                    <a:pt x="12051" y="2512"/>
                    <a:pt x="12464" y="2450"/>
                  </a:cubicBezTo>
                  <a:cubicBezTo>
                    <a:pt x="12642" y="2426"/>
                    <a:pt x="12819" y="2390"/>
                    <a:pt x="12997" y="2331"/>
                  </a:cubicBezTo>
                  <a:cubicBezTo>
                    <a:pt x="12946" y="2328"/>
                    <a:pt x="12896" y="2327"/>
                    <a:pt x="12847" y="2327"/>
                  </a:cubicBezTo>
                  <a:cubicBezTo>
                    <a:pt x="12712" y="2327"/>
                    <a:pt x="12582" y="2338"/>
                    <a:pt x="12453" y="2355"/>
                  </a:cubicBezTo>
                  <a:cubicBezTo>
                    <a:pt x="12147" y="2378"/>
                    <a:pt x="11836" y="2391"/>
                    <a:pt x="11527" y="2391"/>
                  </a:cubicBezTo>
                  <a:cubicBezTo>
                    <a:pt x="11357" y="2391"/>
                    <a:pt x="11188" y="2387"/>
                    <a:pt x="11020" y="2379"/>
                  </a:cubicBezTo>
                  <a:cubicBezTo>
                    <a:pt x="10298" y="2343"/>
                    <a:pt x="9600" y="2248"/>
                    <a:pt x="8902" y="2071"/>
                  </a:cubicBezTo>
                  <a:cubicBezTo>
                    <a:pt x="8061" y="1834"/>
                    <a:pt x="7244" y="1526"/>
                    <a:pt x="6451" y="1159"/>
                  </a:cubicBezTo>
                  <a:cubicBezTo>
                    <a:pt x="5646" y="792"/>
                    <a:pt x="4818" y="473"/>
                    <a:pt x="3966" y="224"/>
                  </a:cubicBezTo>
                  <a:cubicBezTo>
                    <a:pt x="3451" y="78"/>
                    <a:pt x="2923" y="1"/>
                    <a:pt x="23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7"/>
            <p:cNvSpPr/>
            <p:nvPr/>
          </p:nvSpPr>
          <p:spPr>
            <a:xfrm>
              <a:off x="1192750" y="1838200"/>
              <a:ext cx="171050" cy="42025"/>
            </a:xfrm>
            <a:custGeom>
              <a:rect b="b" l="l" r="r" t="t"/>
              <a:pathLst>
                <a:path extrusionOk="0" h="1681" w="6842">
                  <a:moveTo>
                    <a:pt x="995" y="0"/>
                  </a:moveTo>
                  <a:cubicBezTo>
                    <a:pt x="734" y="0"/>
                    <a:pt x="462" y="71"/>
                    <a:pt x="225" y="201"/>
                  </a:cubicBezTo>
                  <a:cubicBezTo>
                    <a:pt x="71" y="296"/>
                    <a:pt x="0" y="391"/>
                    <a:pt x="12" y="403"/>
                  </a:cubicBezTo>
                  <a:cubicBezTo>
                    <a:pt x="14" y="403"/>
                    <a:pt x="16" y="404"/>
                    <a:pt x="18" y="404"/>
                  </a:cubicBezTo>
                  <a:cubicBezTo>
                    <a:pt x="47" y="404"/>
                    <a:pt x="119" y="339"/>
                    <a:pt x="272" y="284"/>
                  </a:cubicBezTo>
                  <a:cubicBezTo>
                    <a:pt x="459" y="206"/>
                    <a:pt x="661" y="160"/>
                    <a:pt x="867" y="160"/>
                  </a:cubicBezTo>
                  <a:cubicBezTo>
                    <a:pt x="909" y="160"/>
                    <a:pt x="952" y="162"/>
                    <a:pt x="995" y="166"/>
                  </a:cubicBezTo>
                  <a:cubicBezTo>
                    <a:pt x="1361" y="201"/>
                    <a:pt x="1728" y="308"/>
                    <a:pt x="2060" y="462"/>
                  </a:cubicBezTo>
                  <a:lnTo>
                    <a:pt x="3350" y="1006"/>
                  </a:lnTo>
                  <a:cubicBezTo>
                    <a:pt x="3776" y="1196"/>
                    <a:pt x="4214" y="1361"/>
                    <a:pt x="4664" y="1503"/>
                  </a:cubicBezTo>
                  <a:cubicBezTo>
                    <a:pt x="5043" y="1622"/>
                    <a:pt x="5433" y="1681"/>
                    <a:pt x="5824" y="1681"/>
                  </a:cubicBezTo>
                  <a:cubicBezTo>
                    <a:pt x="6084" y="1681"/>
                    <a:pt x="6345" y="1634"/>
                    <a:pt x="6593" y="1539"/>
                  </a:cubicBezTo>
                  <a:cubicBezTo>
                    <a:pt x="6771" y="1468"/>
                    <a:pt x="6842" y="1397"/>
                    <a:pt x="6842" y="1385"/>
                  </a:cubicBezTo>
                  <a:cubicBezTo>
                    <a:pt x="6840" y="1383"/>
                    <a:pt x="6837" y="1383"/>
                    <a:pt x="6833" y="1383"/>
                  </a:cubicBezTo>
                  <a:cubicBezTo>
                    <a:pt x="6803" y="1383"/>
                    <a:pt x="6712" y="1413"/>
                    <a:pt x="6558" y="1444"/>
                  </a:cubicBezTo>
                  <a:cubicBezTo>
                    <a:pt x="6360" y="1494"/>
                    <a:pt x="6155" y="1518"/>
                    <a:pt x="5948" y="1518"/>
                  </a:cubicBezTo>
                  <a:cubicBezTo>
                    <a:pt x="5907" y="1518"/>
                    <a:pt x="5865" y="1517"/>
                    <a:pt x="5824" y="1515"/>
                  </a:cubicBezTo>
                  <a:cubicBezTo>
                    <a:pt x="5445" y="1492"/>
                    <a:pt x="5078" y="1421"/>
                    <a:pt x="4723" y="1302"/>
                  </a:cubicBezTo>
                  <a:cubicBezTo>
                    <a:pt x="4321" y="1172"/>
                    <a:pt x="3895" y="983"/>
                    <a:pt x="3433" y="793"/>
                  </a:cubicBezTo>
                  <a:cubicBezTo>
                    <a:pt x="2983" y="604"/>
                    <a:pt x="2545" y="426"/>
                    <a:pt x="2143" y="261"/>
                  </a:cubicBezTo>
                  <a:cubicBezTo>
                    <a:pt x="1776" y="107"/>
                    <a:pt x="1397" y="12"/>
                    <a:pt x="9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7"/>
            <p:cNvSpPr/>
            <p:nvPr/>
          </p:nvSpPr>
          <p:spPr>
            <a:xfrm>
              <a:off x="1339225" y="1950225"/>
              <a:ext cx="162175" cy="107075"/>
            </a:xfrm>
            <a:custGeom>
              <a:rect b="b" l="l" r="r" t="t"/>
              <a:pathLst>
                <a:path extrusionOk="0" h="4283" w="6487">
                  <a:moveTo>
                    <a:pt x="6253" y="1"/>
                  </a:moveTo>
                  <a:cubicBezTo>
                    <a:pt x="6224" y="1"/>
                    <a:pt x="6196" y="2"/>
                    <a:pt x="6167" y="5"/>
                  </a:cubicBezTo>
                  <a:cubicBezTo>
                    <a:pt x="5871" y="17"/>
                    <a:pt x="5587" y="53"/>
                    <a:pt x="5303" y="112"/>
                  </a:cubicBezTo>
                  <a:cubicBezTo>
                    <a:pt x="4356" y="325"/>
                    <a:pt x="3492" y="798"/>
                    <a:pt x="2794" y="1473"/>
                  </a:cubicBezTo>
                  <a:cubicBezTo>
                    <a:pt x="2427" y="1852"/>
                    <a:pt x="2095" y="2254"/>
                    <a:pt x="1788" y="2680"/>
                  </a:cubicBezTo>
                  <a:cubicBezTo>
                    <a:pt x="1539" y="3012"/>
                    <a:pt x="1255" y="3331"/>
                    <a:pt x="959" y="3627"/>
                  </a:cubicBezTo>
                  <a:cubicBezTo>
                    <a:pt x="438" y="4124"/>
                    <a:pt x="0" y="4243"/>
                    <a:pt x="12" y="4278"/>
                  </a:cubicBezTo>
                  <a:cubicBezTo>
                    <a:pt x="12" y="4281"/>
                    <a:pt x="18" y="4282"/>
                    <a:pt x="28" y="4282"/>
                  </a:cubicBezTo>
                  <a:cubicBezTo>
                    <a:pt x="66" y="4282"/>
                    <a:pt x="171" y="4263"/>
                    <a:pt x="320" y="4207"/>
                  </a:cubicBezTo>
                  <a:cubicBezTo>
                    <a:pt x="592" y="4089"/>
                    <a:pt x="841" y="3935"/>
                    <a:pt x="1066" y="3746"/>
                  </a:cubicBezTo>
                  <a:cubicBezTo>
                    <a:pt x="1385" y="3462"/>
                    <a:pt x="1681" y="3154"/>
                    <a:pt x="1953" y="2811"/>
                  </a:cubicBezTo>
                  <a:cubicBezTo>
                    <a:pt x="2261" y="2396"/>
                    <a:pt x="2604" y="2006"/>
                    <a:pt x="2960" y="1639"/>
                  </a:cubicBezTo>
                  <a:cubicBezTo>
                    <a:pt x="3622" y="988"/>
                    <a:pt x="4439" y="514"/>
                    <a:pt x="5339" y="266"/>
                  </a:cubicBezTo>
                  <a:cubicBezTo>
                    <a:pt x="6025" y="76"/>
                    <a:pt x="6487" y="76"/>
                    <a:pt x="6487" y="29"/>
                  </a:cubicBezTo>
                  <a:cubicBezTo>
                    <a:pt x="6409" y="12"/>
                    <a:pt x="6331" y="1"/>
                    <a:pt x="62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7"/>
            <p:cNvSpPr/>
            <p:nvPr/>
          </p:nvSpPr>
          <p:spPr>
            <a:xfrm>
              <a:off x="514500" y="1977200"/>
              <a:ext cx="262200" cy="45400"/>
            </a:xfrm>
            <a:custGeom>
              <a:rect b="b" l="l" r="r" t="t"/>
              <a:pathLst>
                <a:path extrusionOk="0" h="1816" w="10488">
                  <a:moveTo>
                    <a:pt x="1534" y="0"/>
                  </a:moveTo>
                  <a:cubicBezTo>
                    <a:pt x="1488" y="0"/>
                    <a:pt x="1443" y="1"/>
                    <a:pt x="1397" y="3"/>
                  </a:cubicBezTo>
                  <a:cubicBezTo>
                    <a:pt x="983" y="15"/>
                    <a:pt x="592" y="169"/>
                    <a:pt x="273" y="430"/>
                  </a:cubicBezTo>
                  <a:cubicBezTo>
                    <a:pt x="143" y="512"/>
                    <a:pt x="60" y="631"/>
                    <a:pt x="0" y="773"/>
                  </a:cubicBezTo>
                  <a:cubicBezTo>
                    <a:pt x="1" y="775"/>
                    <a:pt x="3" y="775"/>
                    <a:pt x="4" y="775"/>
                  </a:cubicBezTo>
                  <a:cubicBezTo>
                    <a:pt x="27" y="775"/>
                    <a:pt x="123" y="643"/>
                    <a:pt x="320" y="501"/>
                  </a:cubicBezTo>
                  <a:cubicBezTo>
                    <a:pt x="640" y="276"/>
                    <a:pt x="1018" y="169"/>
                    <a:pt x="1397" y="169"/>
                  </a:cubicBezTo>
                  <a:cubicBezTo>
                    <a:pt x="1432" y="168"/>
                    <a:pt x="1466" y="167"/>
                    <a:pt x="1500" y="167"/>
                  </a:cubicBezTo>
                  <a:cubicBezTo>
                    <a:pt x="1736" y="167"/>
                    <a:pt x="1963" y="202"/>
                    <a:pt x="2190" y="264"/>
                  </a:cubicBezTo>
                  <a:cubicBezTo>
                    <a:pt x="2474" y="347"/>
                    <a:pt x="2758" y="465"/>
                    <a:pt x="3043" y="595"/>
                  </a:cubicBezTo>
                  <a:cubicBezTo>
                    <a:pt x="3623" y="879"/>
                    <a:pt x="4238" y="1294"/>
                    <a:pt x="4996" y="1518"/>
                  </a:cubicBezTo>
                  <a:cubicBezTo>
                    <a:pt x="5655" y="1720"/>
                    <a:pt x="6336" y="1815"/>
                    <a:pt x="7028" y="1815"/>
                  </a:cubicBezTo>
                  <a:cubicBezTo>
                    <a:pt x="7069" y="1815"/>
                    <a:pt x="7109" y="1815"/>
                    <a:pt x="7150" y="1814"/>
                  </a:cubicBezTo>
                  <a:cubicBezTo>
                    <a:pt x="7730" y="1803"/>
                    <a:pt x="8322" y="1755"/>
                    <a:pt x="8902" y="1661"/>
                  </a:cubicBezTo>
                  <a:cubicBezTo>
                    <a:pt x="9399" y="1589"/>
                    <a:pt x="9789" y="1507"/>
                    <a:pt x="10062" y="1436"/>
                  </a:cubicBezTo>
                  <a:cubicBezTo>
                    <a:pt x="10216" y="1412"/>
                    <a:pt x="10346" y="1376"/>
                    <a:pt x="10488" y="1317"/>
                  </a:cubicBezTo>
                  <a:cubicBezTo>
                    <a:pt x="10486" y="1312"/>
                    <a:pt x="10474" y="1310"/>
                    <a:pt x="10452" y="1310"/>
                  </a:cubicBezTo>
                  <a:cubicBezTo>
                    <a:pt x="10307" y="1310"/>
                    <a:pt x="9739" y="1403"/>
                    <a:pt x="8878" y="1495"/>
                  </a:cubicBezTo>
                  <a:cubicBezTo>
                    <a:pt x="8310" y="1566"/>
                    <a:pt x="7730" y="1601"/>
                    <a:pt x="7138" y="1601"/>
                  </a:cubicBezTo>
                  <a:cubicBezTo>
                    <a:pt x="6440" y="1601"/>
                    <a:pt x="5741" y="1495"/>
                    <a:pt x="5055" y="1294"/>
                  </a:cubicBezTo>
                  <a:cubicBezTo>
                    <a:pt x="4345" y="1081"/>
                    <a:pt x="3729" y="690"/>
                    <a:pt x="3125" y="406"/>
                  </a:cubicBezTo>
                  <a:cubicBezTo>
                    <a:pt x="2841" y="264"/>
                    <a:pt x="2545" y="157"/>
                    <a:pt x="2226" y="74"/>
                  </a:cubicBezTo>
                  <a:cubicBezTo>
                    <a:pt x="1999" y="25"/>
                    <a:pt x="1764" y="0"/>
                    <a:pt x="15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57"/>
            <p:cNvSpPr/>
            <p:nvPr/>
          </p:nvSpPr>
          <p:spPr>
            <a:xfrm>
              <a:off x="623100" y="2103600"/>
              <a:ext cx="363425" cy="161625"/>
            </a:xfrm>
            <a:custGeom>
              <a:rect b="b" l="l" r="r" t="t"/>
              <a:pathLst>
                <a:path extrusionOk="0" h="6465" w="14537">
                  <a:moveTo>
                    <a:pt x="14535" y="0"/>
                  </a:moveTo>
                  <a:cubicBezTo>
                    <a:pt x="14526" y="0"/>
                    <a:pt x="14472" y="57"/>
                    <a:pt x="14418" y="144"/>
                  </a:cubicBezTo>
                  <a:cubicBezTo>
                    <a:pt x="14347" y="227"/>
                    <a:pt x="14264" y="369"/>
                    <a:pt x="14145" y="546"/>
                  </a:cubicBezTo>
                  <a:cubicBezTo>
                    <a:pt x="13281" y="1742"/>
                    <a:pt x="12145" y="2724"/>
                    <a:pt x="10831" y="3399"/>
                  </a:cubicBezTo>
                  <a:cubicBezTo>
                    <a:pt x="10370" y="3624"/>
                    <a:pt x="9884" y="3825"/>
                    <a:pt x="9387" y="3967"/>
                  </a:cubicBezTo>
                  <a:cubicBezTo>
                    <a:pt x="8866" y="4133"/>
                    <a:pt x="8322" y="4239"/>
                    <a:pt x="7765" y="4287"/>
                  </a:cubicBezTo>
                  <a:cubicBezTo>
                    <a:pt x="7077" y="4350"/>
                    <a:pt x="6405" y="4350"/>
                    <a:pt x="5760" y="4350"/>
                  </a:cubicBezTo>
                  <a:lnTo>
                    <a:pt x="5760" y="4350"/>
                  </a:lnTo>
                  <a:cubicBezTo>
                    <a:pt x="5330" y="4350"/>
                    <a:pt x="4913" y="4350"/>
                    <a:pt x="4510" y="4369"/>
                  </a:cubicBezTo>
                  <a:cubicBezTo>
                    <a:pt x="3611" y="4393"/>
                    <a:pt x="2723" y="4571"/>
                    <a:pt x="1883" y="4902"/>
                  </a:cubicBezTo>
                  <a:cubicBezTo>
                    <a:pt x="1314" y="5127"/>
                    <a:pt x="817" y="5470"/>
                    <a:pt x="403" y="5920"/>
                  </a:cubicBezTo>
                  <a:cubicBezTo>
                    <a:pt x="332" y="5991"/>
                    <a:pt x="273" y="6062"/>
                    <a:pt x="225" y="6145"/>
                  </a:cubicBezTo>
                  <a:cubicBezTo>
                    <a:pt x="178" y="6192"/>
                    <a:pt x="143" y="6251"/>
                    <a:pt x="107" y="6322"/>
                  </a:cubicBezTo>
                  <a:cubicBezTo>
                    <a:pt x="48" y="6405"/>
                    <a:pt x="1" y="6453"/>
                    <a:pt x="36" y="6464"/>
                  </a:cubicBezTo>
                  <a:cubicBezTo>
                    <a:pt x="37" y="6465"/>
                    <a:pt x="37" y="6465"/>
                    <a:pt x="38" y="6465"/>
                  </a:cubicBezTo>
                  <a:cubicBezTo>
                    <a:pt x="67" y="6465"/>
                    <a:pt x="186" y="6267"/>
                    <a:pt x="474" y="5979"/>
                  </a:cubicBezTo>
                  <a:cubicBezTo>
                    <a:pt x="900" y="5565"/>
                    <a:pt x="1397" y="5245"/>
                    <a:pt x="1954" y="5044"/>
                  </a:cubicBezTo>
                  <a:cubicBezTo>
                    <a:pt x="2782" y="4736"/>
                    <a:pt x="3646" y="4582"/>
                    <a:pt x="4534" y="4582"/>
                  </a:cubicBezTo>
                  <a:cubicBezTo>
                    <a:pt x="4806" y="4569"/>
                    <a:pt x="5087" y="4566"/>
                    <a:pt x="5374" y="4566"/>
                  </a:cubicBezTo>
                  <a:cubicBezTo>
                    <a:pt x="5654" y="4566"/>
                    <a:pt x="5941" y="4569"/>
                    <a:pt x="6234" y="4569"/>
                  </a:cubicBezTo>
                  <a:cubicBezTo>
                    <a:pt x="6737" y="4569"/>
                    <a:pt x="7257" y="4560"/>
                    <a:pt x="7789" y="4511"/>
                  </a:cubicBezTo>
                  <a:cubicBezTo>
                    <a:pt x="8357" y="4452"/>
                    <a:pt x="8925" y="4346"/>
                    <a:pt x="9470" y="4180"/>
                  </a:cubicBezTo>
                  <a:cubicBezTo>
                    <a:pt x="9979" y="4026"/>
                    <a:pt x="10476" y="3825"/>
                    <a:pt x="10950" y="3576"/>
                  </a:cubicBezTo>
                  <a:cubicBezTo>
                    <a:pt x="11743" y="3162"/>
                    <a:pt x="12476" y="2629"/>
                    <a:pt x="13104" y="1990"/>
                  </a:cubicBezTo>
                  <a:cubicBezTo>
                    <a:pt x="13530" y="1564"/>
                    <a:pt x="13909" y="1091"/>
                    <a:pt x="14228" y="582"/>
                  </a:cubicBezTo>
                  <a:cubicBezTo>
                    <a:pt x="14323" y="451"/>
                    <a:pt x="14394" y="309"/>
                    <a:pt x="14477" y="156"/>
                  </a:cubicBezTo>
                  <a:cubicBezTo>
                    <a:pt x="14501" y="108"/>
                    <a:pt x="14524" y="61"/>
                    <a:pt x="14536" y="2"/>
                  </a:cubicBezTo>
                  <a:cubicBezTo>
                    <a:pt x="14536" y="1"/>
                    <a:pt x="14536" y="0"/>
                    <a:pt x="145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7"/>
            <p:cNvSpPr/>
            <p:nvPr/>
          </p:nvSpPr>
          <p:spPr>
            <a:xfrm>
              <a:off x="1577725" y="1913575"/>
              <a:ext cx="187950" cy="149350"/>
            </a:xfrm>
            <a:custGeom>
              <a:rect b="b" l="l" r="r" t="t"/>
              <a:pathLst>
                <a:path extrusionOk="0" h="5974" w="7518">
                  <a:moveTo>
                    <a:pt x="5245" y="1"/>
                  </a:moveTo>
                  <a:cubicBezTo>
                    <a:pt x="5200" y="1"/>
                    <a:pt x="5175" y="13"/>
                    <a:pt x="5173" y="39"/>
                  </a:cubicBezTo>
                  <a:cubicBezTo>
                    <a:pt x="5173" y="288"/>
                    <a:pt x="6428" y="1282"/>
                    <a:pt x="6428" y="1282"/>
                  </a:cubicBezTo>
                  <a:lnTo>
                    <a:pt x="6026" y="2418"/>
                  </a:lnTo>
                  <a:cubicBezTo>
                    <a:pt x="6026" y="2418"/>
                    <a:pt x="5481" y="1294"/>
                    <a:pt x="5102" y="1140"/>
                  </a:cubicBezTo>
                  <a:cubicBezTo>
                    <a:pt x="4823" y="1027"/>
                    <a:pt x="3935" y="823"/>
                    <a:pt x="3420" y="823"/>
                  </a:cubicBezTo>
                  <a:cubicBezTo>
                    <a:pt x="3235" y="823"/>
                    <a:pt x="3098" y="849"/>
                    <a:pt x="3055" y="915"/>
                  </a:cubicBezTo>
                  <a:cubicBezTo>
                    <a:pt x="2877" y="1163"/>
                    <a:pt x="4392" y="1732"/>
                    <a:pt x="4392" y="1732"/>
                  </a:cubicBezTo>
                  <a:lnTo>
                    <a:pt x="4889" y="2998"/>
                  </a:lnTo>
                  <a:cubicBezTo>
                    <a:pt x="4889" y="2998"/>
                    <a:pt x="4155" y="2205"/>
                    <a:pt x="3931" y="2004"/>
                  </a:cubicBezTo>
                  <a:cubicBezTo>
                    <a:pt x="3893" y="1970"/>
                    <a:pt x="3814" y="1956"/>
                    <a:pt x="3707" y="1956"/>
                  </a:cubicBezTo>
                  <a:cubicBezTo>
                    <a:pt x="3169" y="1956"/>
                    <a:pt x="1924" y="2329"/>
                    <a:pt x="1717" y="2596"/>
                  </a:cubicBezTo>
                  <a:cubicBezTo>
                    <a:pt x="1627" y="2717"/>
                    <a:pt x="1840" y="2755"/>
                    <a:pt x="2139" y="2755"/>
                  </a:cubicBezTo>
                  <a:cubicBezTo>
                    <a:pt x="2625" y="2755"/>
                    <a:pt x="3339" y="2655"/>
                    <a:pt x="3339" y="2655"/>
                  </a:cubicBezTo>
                  <a:lnTo>
                    <a:pt x="3931" y="3424"/>
                  </a:lnTo>
                  <a:cubicBezTo>
                    <a:pt x="3931" y="3424"/>
                    <a:pt x="3237" y="3319"/>
                    <a:pt x="2669" y="3319"/>
                  </a:cubicBezTo>
                  <a:cubicBezTo>
                    <a:pt x="2499" y="3319"/>
                    <a:pt x="2340" y="3329"/>
                    <a:pt x="2214" y="3353"/>
                  </a:cubicBezTo>
                  <a:cubicBezTo>
                    <a:pt x="1658" y="3448"/>
                    <a:pt x="13" y="4087"/>
                    <a:pt x="439" y="4182"/>
                  </a:cubicBezTo>
                  <a:cubicBezTo>
                    <a:pt x="494" y="4194"/>
                    <a:pt x="565" y="4199"/>
                    <a:pt x="648" y="4199"/>
                  </a:cubicBezTo>
                  <a:cubicBezTo>
                    <a:pt x="1205" y="4199"/>
                    <a:pt x="2273" y="3957"/>
                    <a:pt x="2273" y="3957"/>
                  </a:cubicBezTo>
                  <a:lnTo>
                    <a:pt x="2735" y="4063"/>
                  </a:lnTo>
                  <a:lnTo>
                    <a:pt x="1" y="5484"/>
                  </a:lnTo>
                  <a:cubicBezTo>
                    <a:pt x="1" y="5484"/>
                    <a:pt x="1401" y="5973"/>
                    <a:pt x="2623" y="5973"/>
                  </a:cubicBezTo>
                  <a:cubicBezTo>
                    <a:pt x="2933" y="5973"/>
                    <a:pt x="3231" y="5942"/>
                    <a:pt x="3493" y="5863"/>
                  </a:cubicBezTo>
                  <a:cubicBezTo>
                    <a:pt x="4783" y="5460"/>
                    <a:pt x="6689" y="3791"/>
                    <a:pt x="6925" y="3448"/>
                  </a:cubicBezTo>
                  <a:cubicBezTo>
                    <a:pt x="7162" y="3117"/>
                    <a:pt x="7517" y="1282"/>
                    <a:pt x="7422" y="1045"/>
                  </a:cubicBezTo>
                  <a:cubicBezTo>
                    <a:pt x="7338" y="844"/>
                    <a:pt x="5618" y="1"/>
                    <a:pt x="5245" y="1"/>
                  </a:cubicBezTo>
                  <a:close/>
                </a:path>
              </a:pathLst>
            </a:custGeom>
            <a:solidFill>
              <a:srgbClr val="FF8A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7"/>
            <p:cNvSpPr/>
            <p:nvPr/>
          </p:nvSpPr>
          <p:spPr>
            <a:xfrm>
              <a:off x="1697875" y="1986425"/>
              <a:ext cx="12450" cy="13250"/>
            </a:xfrm>
            <a:custGeom>
              <a:rect b="b" l="l" r="r" t="t"/>
              <a:pathLst>
                <a:path extrusionOk="0" h="530" w="498">
                  <a:moveTo>
                    <a:pt x="69" y="0"/>
                  </a:moveTo>
                  <a:cubicBezTo>
                    <a:pt x="66" y="0"/>
                    <a:pt x="63" y="1"/>
                    <a:pt x="60" y="1"/>
                  </a:cubicBezTo>
                  <a:cubicBezTo>
                    <a:pt x="0" y="25"/>
                    <a:pt x="0" y="203"/>
                    <a:pt x="131" y="356"/>
                  </a:cubicBezTo>
                  <a:cubicBezTo>
                    <a:pt x="226" y="478"/>
                    <a:pt x="341" y="530"/>
                    <a:pt x="409" y="530"/>
                  </a:cubicBezTo>
                  <a:cubicBezTo>
                    <a:pt x="434" y="530"/>
                    <a:pt x="453" y="523"/>
                    <a:pt x="462" y="510"/>
                  </a:cubicBezTo>
                  <a:cubicBezTo>
                    <a:pt x="498" y="451"/>
                    <a:pt x="415" y="333"/>
                    <a:pt x="308" y="214"/>
                  </a:cubicBezTo>
                  <a:cubicBezTo>
                    <a:pt x="207" y="102"/>
                    <a:pt x="127"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7"/>
            <p:cNvSpPr/>
            <p:nvPr/>
          </p:nvSpPr>
          <p:spPr>
            <a:xfrm>
              <a:off x="1673025" y="1997675"/>
              <a:ext cx="21325" cy="7150"/>
            </a:xfrm>
            <a:custGeom>
              <a:rect b="b" l="l" r="r" t="t"/>
              <a:pathLst>
                <a:path extrusionOk="0" h="286" w="853">
                  <a:moveTo>
                    <a:pt x="146" y="1"/>
                  </a:moveTo>
                  <a:cubicBezTo>
                    <a:pt x="86" y="1"/>
                    <a:pt x="46" y="11"/>
                    <a:pt x="36" y="37"/>
                  </a:cubicBezTo>
                  <a:cubicBezTo>
                    <a:pt x="0" y="84"/>
                    <a:pt x="166" y="226"/>
                    <a:pt x="414" y="262"/>
                  </a:cubicBezTo>
                  <a:cubicBezTo>
                    <a:pt x="509" y="285"/>
                    <a:pt x="604" y="285"/>
                    <a:pt x="699" y="285"/>
                  </a:cubicBezTo>
                  <a:cubicBezTo>
                    <a:pt x="758" y="285"/>
                    <a:pt x="817" y="285"/>
                    <a:pt x="829" y="262"/>
                  </a:cubicBezTo>
                  <a:cubicBezTo>
                    <a:pt x="852" y="238"/>
                    <a:pt x="817" y="179"/>
                    <a:pt x="746" y="131"/>
                  </a:cubicBezTo>
                  <a:cubicBezTo>
                    <a:pt x="651" y="84"/>
                    <a:pt x="557" y="48"/>
                    <a:pt x="450" y="37"/>
                  </a:cubicBezTo>
                  <a:cubicBezTo>
                    <a:pt x="331" y="17"/>
                    <a:pt x="223" y="1"/>
                    <a:pt x="1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7"/>
            <p:cNvSpPr/>
            <p:nvPr/>
          </p:nvSpPr>
          <p:spPr>
            <a:xfrm>
              <a:off x="1725400" y="1971625"/>
              <a:ext cx="10975" cy="17375"/>
            </a:xfrm>
            <a:custGeom>
              <a:rect b="b" l="l" r="r" t="t"/>
              <a:pathLst>
                <a:path extrusionOk="0" h="695" w="439">
                  <a:moveTo>
                    <a:pt x="67" y="1"/>
                  </a:moveTo>
                  <a:cubicBezTo>
                    <a:pt x="65" y="1"/>
                    <a:pt x="62" y="1"/>
                    <a:pt x="59" y="1"/>
                  </a:cubicBezTo>
                  <a:cubicBezTo>
                    <a:pt x="0" y="25"/>
                    <a:pt x="12" y="215"/>
                    <a:pt x="107" y="404"/>
                  </a:cubicBezTo>
                  <a:cubicBezTo>
                    <a:pt x="190" y="581"/>
                    <a:pt x="301" y="694"/>
                    <a:pt x="359" y="694"/>
                  </a:cubicBezTo>
                  <a:cubicBezTo>
                    <a:pt x="367" y="694"/>
                    <a:pt x="373" y="692"/>
                    <a:pt x="379" y="688"/>
                  </a:cubicBezTo>
                  <a:cubicBezTo>
                    <a:pt x="438" y="653"/>
                    <a:pt x="403" y="487"/>
                    <a:pt x="308" y="297"/>
                  </a:cubicBezTo>
                  <a:cubicBezTo>
                    <a:pt x="229" y="127"/>
                    <a:pt x="128"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57"/>
            <p:cNvSpPr/>
            <p:nvPr/>
          </p:nvSpPr>
          <p:spPr>
            <a:xfrm>
              <a:off x="1644600" y="2016625"/>
              <a:ext cx="17500" cy="20225"/>
            </a:xfrm>
            <a:custGeom>
              <a:rect b="b" l="l" r="r" t="t"/>
              <a:pathLst>
                <a:path extrusionOk="0" h="809" w="700">
                  <a:moveTo>
                    <a:pt x="48" y="1"/>
                  </a:moveTo>
                  <a:cubicBezTo>
                    <a:pt x="25" y="1"/>
                    <a:pt x="1" y="72"/>
                    <a:pt x="13" y="178"/>
                  </a:cubicBezTo>
                  <a:cubicBezTo>
                    <a:pt x="36" y="308"/>
                    <a:pt x="84" y="439"/>
                    <a:pt x="178" y="545"/>
                  </a:cubicBezTo>
                  <a:cubicBezTo>
                    <a:pt x="261" y="652"/>
                    <a:pt x="368" y="735"/>
                    <a:pt x="498" y="782"/>
                  </a:cubicBezTo>
                  <a:cubicBezTo>
                    <a:pt x="545" y="800"/>
                    <a:pt x="587" y="809"/>
                    <a:pt x="618" y="809"/>
                  </a:cubicBezTo>
                  <a:cubicBezTo>
                    <a:pt x="649" y="809"/>
                    <a:pt x="670" y="800"/>
                    <a:pt x="676" y="782"/>
                  </a:cubicBezTo>
                  <a:cubicBezTo>
                    <a:pt x="699" y="723"/>
                    <a:pt x="510" y="592"/>
                    <a:pt x="344" y="403"/>
                  </a:cubicBezTo>
                  <a:cubicBezTo>
                    <a:pt x="190" y="202"/>
                    <a:pt x="119" y="1"/>
                    <a:pt x="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7"/>
            <p:cNvSpPr/>
            <p:nvPr/>
          </p:nvSpPr>
          <p:spPr>
            <a:xfrm>
              <a:off x="970500" y="1223275"/>
              <a:ext cx="31400" cy="124725"/>
            </a:xfrm>
            <a:custGeom>
              <a:rect b="b" l="l" r="r" t="t"/>
              <a:pathLst>
                <a:path extrusionOk="0" h="4989" w="1256">
                  <a:moveTo>
                    <a:pt x="27" y="0"/>
                  </a:moveTo>
                  <a:cubicBezTo>
                    <a:pt x="26" y="0"/>
                    <a:pt x="25" y="0"/>
                    <a:pt x="25" y="1"/>
                  </a:cubicBezTo>
                  <a:cubicBezTo>
                    <a:pt x="1" y="12"/>
                    <a:pt x="119" y="297"/>
                    <a:pt x="309" y="746"/>
                  </a:cubicBezTo>
                  <a:cubicBezTo>
                    <a:pt x="569" y="1326"/>
                    <a:pt x="782" y="1930"/>
                    <a:pt x="924" y="2545"/>
                  </a:cubicBezTo>
                  <a:cubicBezTo>
                    <a:pt x="995" y="2877"/>
                    <a:pt x="1031" y="3220"/>
                    <a:pt x="1031" y="3563"/>
                  </a:cubicBezTo>
                  <a:cubicBezTo>
                    <a:pt x="1031" y="3848"/>
                    <a:pt x="995" y="4132"/>
                    <a:pt x="936" y="4404"/>
                  </a:cubicBezTo>
                  <a:cubicBezTo>
                    <a:pt x="912" y="4499"/>
                    <a:pt x="877" y="4605"/>
                    <a:pt x="841" y="4700"/>
                  </a:cubicBezTo>
                  <a:cubicBezTo>
                    <a:pt x="806" y="4771"/>
                    <a:pt x="758" y="4830"/>
                    <a:pt x="711" y="4877"/>
                  </a:cubicBezTo>
                  <a:cubicBezTo>
                    <a:pt x="616" y="4960"/>
                    <a:pt x="522" y="4936"/>
                    <a:pt x="522" y="4960"/>
                  </a:cubicBezTo>
                  <a:cubicBezTo>
                    <a:pt x="522" y="4960"/>
                    <a:pt x="545" y="4984"/>
                    <a:pt x="581" y="4984"/>
                  </a:cubicBezTo>
                  <a:cubicBezTo>
                    <a:pt x="600" y="4987"/>
                    <a:pt x="618" y="4988"/>
                    <a:pt x="635" y="4988"/>
                  </a:cubicBezTo>
                  <a:cubicBezTo>
                    <a:pt x="683" y="4988"/>
                    <a:pt x="724" y="4977"/>
                    <a:pt x="758" y="4960"/>
                  </a:cubicBezTo>
                  <a:cubicBezTo>
                    <a:pt x="841" y="4913"/>
                    <a:pt x="912" y="4842"/>
                    <a:pt x="960" y="4771"/>
                  </a:cubicBezTo>
                  <a:cubicBezTo>
                    <a:pt x="983" y="4723"/>
                    <a:pt x="1019" y="4664"/>
                    <a:pt x="1031" y="4617"/>
                  </a:cubicBezTo>
                  <a:cubicBezTo>
                    <a:pt x="1054" y="4570"/>
                    <a:pt x="1078" y="4510"/>
                    <a:pt x="1102" y="4451"/>
                  </a:cubicBezTo>
                  <a:cubicBezTo>
                    <a:pt x="1185" y="4167"/>
                    <a:pt x="1232" y="3871"/>
                    <a:pt x="1244" y="3575"/>
                  </a:cubicBezTo>
                  <a:cubicBezTo>
                    <a:pt x="1256" y="3208"/>
                    <a:pt x="1232" y="2853"/>
                    <a:pt x="1149" y="2498"/>
                  </a:cubicBezTo>
                  <a:cubicBezTo>
                    <a:pt x="1007" y="1859"/>
                    <a:pt x="770" y="1243"/>
                    <a:pt x="451" y="675"/>
                  </a:cubicBezTo>
                  <a:cubicBezTo>
                    <a:pt x="231" y="247"/>
                    <a:pt x="68" y="0"/>
                    <a:pt x="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57"/>
            <p:cNvSpPr/>
            <p:nvPr/>
          </p:nvSpPr>
          <p:spPr>
            <a:xfrm>
              <a:off x="1024650" y="1242425"/>
              <a:ext cx="41475" cy="27975"/>
            </a:xfrm>
            <a:custGeom>
              <a:rect b="b" l="l" r="r" t="t"/>
              <a:pathLst>
                <a:path extrusionOk="0" h="1119" w="1659">
                  <a:moveTo>
                    <a:pt x="34" y="0"/>
                  </a:moveTo>
                  <a:cubicBezTo>
                    <a:pt x="30" y="0"/>
                    <a:pt x="27" y="2"/>
                    <a:pt x="25" y="4"/>
                  </a:cubicBezTo>
                  <a:cubicBezTo>
                    <a:pt x="1" y="16"/>
                    <a:pt x="25" y="134"/>
                    <a:pt x="108" y="312"/>
                  </a:cubicBezTo>
                  <a:cubicBezTo>
                    <a:pt x="214" y="560"/>
                    <a:pt x="368" y="773"/>
                    <a:pt x="581" y="939"/>
                  </a:cubicBezTo>
                  <a:cubicBezTo>
                    <a:pt x="738" y="1055"/>
                    <a:pt x="929" y="1118"/>
                    <a:pt x="1123" y="1118"/>
                  </a:cubicBezTo>
                  <a:cubicBezTo>
                    <a:pt x="1207" y="1118"/>
                    <a:pt x="1292" y="1106"/>
                    <a:pt x="1374" y="1081"/>
                  </a:cubicBezTo>
                  <a:cubicBezTo>
                    <a:pt x="1587" y="1022"/>
                    <a:pt x="1658" y="880"/>
                    <a:pt x="1634" y="868"/>
                  </a:cubicBezTo>
                  <a:cubicBezTo>
                    <a:pt x="1631" y="865"/>
                    <a:pt x="1626" y="863"/>
                    <a:pt x="1620" y="863"/>
                  </a:cubicBezTo>
                  <a:cubicBezTo>
                    <a:pt x="1582" y="863"/>
                    <a:pt x="1491" y="917"/>
                    <a:pt x="1339" y="927"/>
                  </a:cubicBezTo>
                  <a:cubicBezTo>
                    <a:pt x="1310" y="930"/>
                    <a:pt x="1281" y="932"/>
                    <a:pt x="1253" y="932"/>
                  </a:cubicBezTo>
                  <a:cubicBezTo>
                    <a:pt x="1060" y="932"/>
                    <a:pt x="878" y="863"/>
                    <a:pt x="723" y="750"/>
                  </a:cubicBezTo>
                  <a:cubicBezTo>
                    <a:pt x="534" y="596"/>
                    <a:pt x="380" y="430"/>
                    <a:pt x="250" y="229"/>
                  </a:cubicBezTo>
                  <a:cubicBezTo>
                    <a:pt x="143" y="91"/>
                    <a:pt x="66" y="0"/>
                    <a:pt x="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1" name="Google Shape;1101;p57"/>
          <p:cNvSpPr/>
          <p:nvPr/>
        </p:nvSpPr>
        <p:spPr>
          <a:xfrm>
            <a:off x="5053795" y="4324248"/>
            <a:ext cx="361957" cy="255307"/>
          </a:xfrm>
          <a:custGeom>
            <a:rect b="b" l="l" r="r" t="t"/>
            <a:pathLst>
              <a:path extrusionOk="0" h="5695" w="8074">
                <a:moveTo>
                  <a:pt x="4321" y="1"/>
                </a:moveTo>
                <a:lnTo>
                  <a:pt x="1883" y="3954"/>
                </a:lnTo>
                <a:cubicBezTo>
                  <a:pt x="1800" y="3741"/>
                  <a:pt x="1658" y="3552"/>
                  <a:pt x="1469" y="3422"/>
                </a:cubicBezTo>
                <a:cubicBezTo>
                  <a:pt x="1277" y="3289"/>
                  <a:pt x="1061" y="3222"/>
                  <a:pt x="859" y="3222"/>
                </a:cubicBezTo>
                <a:cubicBezTo>
                  <a:pt x="612" y="3222"/>
                  <a:pt x="386" y="3321"/>
                  <a:pt x="249" y="3516"/>
                </a:cubicBezTo>
                <a:cubicBezTo>
                  <a:pt x="1" y="3872"/>
                  <a:pt x="143" y="4404"/>
                  <a:pt x="581" y="4700"/>
                </a:cubicBezTo>
                <a:cubicBezTo>
                  <a:pt x="773" y="4833"/>
                  <a:pt x="991" y="4899"/>
                  <a:pt x="1194" y="4899"/>
                </a:cubicBezTo>
                <a:cubicBezTo>
                  <a:pt x="1443" y="4899"/>
                  <a:pt x="1670" y="4801"/>
                  <a:pt x="1800" y="4605"/>
                </a:cubicBezTo>
                <a:cubicBezTo>
                  <a:pt x="1824" y="4582"/>
                  <a:pt x="1847" y="4558"/>
                  <a:pt x="1859" y="4534"/>
                </a:cubicBezTo>
                <a:cubicBezTo>
                  <a:pt x="2060" y="4203"/>
                  <a:pt x="2865" y="2960"/>
                  <a:pt x="3564" y="1895"/>
                </a:cubicBezTo>
                <a:lnTo>
                  <a:pt x="6393" y="2546"/>
                </a:lnTo>
                <a:lnTo>
                  <a:pt x="5032" y="4759"/>
                </a:lnTo>
                <a:cubicBezTo>
                  <a:pt x="4960" y="4534"/>
                  <a:pt x="4818" y="4345"/>
                  <a:pt x="4629" y="4215"/>
                </a:cubicBezTo>
                <a:cubicBezTo>
                  <a:pt x="4432" y="4082"/>
                  <a:pt x="4213" y="4016"/>
                  <a:pt x="4010" y="4016"/>
                </a:cubicBezTo>
                <a:cubicBezTo>
                  <a:pt x="3761" y="4016"/>
                  <a:pt x="3535" y="4114"/>
                  <a:pt x="3398" y="4309"/>
                </a:cubicBezTo>
                <a:cubicBezTo>
                  <a:pt x="3149" y="4665"/>
                  <a:pt x="3303" y="5197"/>
                  <a:pt x="3729" y="5493"/>
                </a:cubicBezTo>
                <a:cubicBezTo>
                  <a:pt x="3930" y="5629"/>
                  <a:pt x="4145" y="5695"/>
                  <a:pt x="4345" y="5695"/>
                </a:cubicBezTo>
                <a:cubicBezTo>
                  <a:pt x="4581" y="5695"/>
                  <a:pt x="4796" y="5602"/>
                  <a:pt x="4937" y="5422"/>
                </a:cubicBezTo>
                <a:lnTo>
                  <a:pt x="4937" y="5434"/>
                </a:lnTo>
                <a:cubicBezTo>
                  <a:pt x="4960" y="5363"/>
                  <a:pt x="6109" y="3599"/>
                  <a:pt x="6937" y="2321"/>
                </a:cubicBezTo>
                <a:lnTo>
                  <a:pt x="8074" y="652"/>
                </a:lnTo>
                <a:lnTo>
                  <a:pt x="43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7"/>
          <p:cNvSpPr/>
          <p:nvPr/>
        </p:nvSpPr>
        <p:spPr>
          <a:xfrm>
            <a:off x="4933212" y="742624"/>
            <a:ext cx="246144" cy="241403"/>
          </a:xfrm>
          <a:custGeom>
            <a:rect b="b" l="l" r="r" t="t"/>
            <a:pathLst>
              <a:path extrusionOk="0" h="7535" w="7683">
                <a:moveTo>
                  <a:pt x="3846" y="1"/>
                </a:moveTo>
                <a:cubicBezTo>
                  <a:pt x="3720" y="1"/>
                  <a:pt x="3593" y="80"/>
                  <a:pt x="3563" y="240"/>
                </a:cubicBezTo>
                <a:cubicBezTo>
                  <a:pt x="3173" y="2418"/>
                  <a:pt x="2498" y="3093"/>
                  <a:pt x="308" y="3495"/>
                </a:cubicBezTo>
                <a:cubicBezTo>
                  <a:pt x="0" y="3543"/>
                  <a:pt x="0" y="3992"/>
                  <a:pt x="308" y="4040"/>
                </a:cubicBezTo>
                <a:cubicBezTo>
                  <a:pt x="2498" y="4442"/>
                  <a:pt x="3173" y="5117"/>
                  <a:pt x="3563" y="7295"/>
                </a:cubicBezTo>
                <a:cubicBezTo>
                  <a:pt x="3593" y="7455"/>
                  <a:pt x="3720" y="7535"/>
                  <a:pt x="3846" y="7535"/>
                </a:cubicBezTo>
                <a:cubicBezTo>
                  <a:pt x="3972" y="7535"/>
                  <a:pt x="4096" y="7455"/>
                  <a:pt x="4120" y="7295"/>
                </a:cubicBezTo>
                <a:cubicBezTo>
                  <a:pt x="4522" y="5117"/>
                  <a:pt x="5197" y="4442"/>
                  <a:pt x="7375" y="4040"/>
                </a:cubicBezTo>
                <a:cubicBezTo>
                  <a:pt x="7683" y="3992"/>
                  <a:pt x="7683" y="3543"/>
                  <a:pt x="7375" y="3495"/>
                </a:cubicBezTo>
                <a:cubicBezTo>
                  <a:pt x="5197" y="3093"/>
                  <a:pt x="4522" y="2418"/>
                  <a:pt x="4120" y="240"/>
                </a:cubicBezTo>
                <a:cubicBezTo>
                  <a:pt x="4096" y="80"/>
                  <a:pt x="3972" y="1"/>
                  <a:pt x="3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7"/>
          <p:cNvSpPr/>
          <p:nvPr/>
        </p:nvSpPr>
        <p:spPr>
          <a:xfrm>
            <a:off x="770100" y="3593258"/>
            <a:ext cx="3475500" cy="719400"/>
          </a:xfrm>
          <a:prstGeom prst="rect">
            <a:avLst/>
          </a:prstGeom>
          <a:solidFill>
            <a:srgbClr val="C8C6B2"/>
          </a:solidFill>
          <a:ln cap="flat" cmpd="sng" w="9525">
            <a:solidFill>
              <a:srgbClr val="C8C6B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1104" name="Google Shape;1104;p57"/>
          <p:cNvSpPr txBox="1"/>
          <p:nvPr/>
        </p:nvSpPr>
        <p:spPr>
          <a:xfrm>
            <a:off x="770100" y="3849119"/>
            <a:ext cx="3196200" cy="3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Livvic"/>
                <a:ea typeface="Livvic"/>
                <a:cs typeface="Livvic"/>
                <a:sym typeface="Livvic"/>
              </a:rPr>
              <a:t>João Sousa - 103415</a:t>
            </a:r>
            <a:endParaRPr sz="12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200">
                <a:solidFill>
                  <a:schemeClr val="dk1"/>
                </a:solidFill>
                <a:latin typeface="Livvic"/>
                <a:ea typeface="Livvic"/>
                <a:cs typeface="Livvic"/>
                <a:sym typeface="Livvic"/>
              </a:rPr>
              <a:t>António Alberto - 114622</a:t>
            </a:r>
            <a:endParaRPr sz="1200">
              <a:solidFill>
                <a:schemeClr val="dk1"/>
              </a:solidFill>
              <a:latin typeface="Livvic"/>
              <a:ea typeface="Livvic"/>
              <a:cs typeface="Livvic"/>
              <a:sym typeface="Livvic"/>
            </a:endParaRPr>
          </a:p>
        </p:txBody>
      </p:sp>
      <p:sp>
        <p:nvSpPr>
          <p:cNvPr id="1105" name="Google Shape;1105;p57"/>
          <p:cNvSpPr txBox="1"/>
          <p:nvPr>
            <p:ph idx="4294967295" type="subTitle"/>
          </p:nvPr>
        </p:nvSpPr>
        <p:spPr>
          <a:xfrm>
            <a:off x="770100" y="3416749"/>
            <a:ext cx="3868200" cy="475800"/>
          </a:xfrm>
          <a:prstGeom prst="rect">
            <a:avLst/>
          </a:prstGeom>
          <a:solidFill>
            <a:schemeClr val="dk2"/>
          </a:solidFill>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2"/>
                </a:solidFill>
              </a:rPr>
              <a:t>Information Visualization - 2025/2026</a:t>
            </a:r>
            <a:endParaRPr sz="1600">
              <a:solidFill>
                <a:schemeClr val="accent2"/>
              </a:solidFill>
            </a:endParaRPr>
          </a:p>
        </p:txBody>
      </p:sp>
      <p:sp>
        <p:nvSpPr>
          <p:cNvPr id="1106" name="Google Shape;1106;p57"/>
          <p:cNvSpPr txBox="1"/>
          <p:nvPr>
            <p:ph idx="4294967295" type="subTitle"/>
          </p:nvPr>
        </p:nvSpPr>
        <p:spPr>
          <a:xfrm>
            <a:off x="8649725" y="4902000"/>
            <a:ext cx="427200" cy="241500"/>
          </a:xfrm>
          <a:prstGeom prst="rect">
            <a:avLst/>
          </a:prstGeom>
        </p:spPr>
        <p:txBody>
          <a:bodyPr anchorCtr="0" anchor="t" bIns="91425" lIns="91425" spcFirstLastPara="1" rIns="91425" wrap="square" tIns="91425">
            <a:noAutofit/>
          </a:bodyPr>
          <a:lstStyle/>
          <a:p>
            <a:pPr indent="0" lvl="0" marL="0" rtl="0" algn="l">
              <a:lnSpc>
                <a:spcPct val="30000"/>
              </a:lnSpc>
              <a:spcBef>
                <a:spcPts val="0"/>
              </a:spcBef>
              <a:spcAft>
                <a:spcPts val="1600"/>
              </a:spcAft>
              <a:buNone/>
            </a:pPr>
            <a:r>
              <a:rPr lang="en"/>
              <a:t>19</a:t>
            </a:r>
            <a:endParaRPr/>
          </a:p>
        </p:txBody>
      </p:sp>
      <p:sp>
        <p:nvSpPr>
          <p:cNvPr id="1107" name="Google Shape;1107;p57"/>
          <p:cNvSpPr txBox="1"/>
          <p:nvPr>
            <p:ph idx="4294967295" type="subTitle"/>
          </p:nvPr>
        </p:nvSpPr>
        <p:spPr>
          <a:xfrm>
            <a:off x="748352" y="1952302"/>
            <a:ext cx="3868200" cy="370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300">
                <a:latin typeface="Livvic SemiBold"/>
                <a:ea typeface="Livvic SemiBold"/>
                <a:cs typeface="Livvic SemiBold"/>
                <a:sym typeface="Livvic SemiBold"/>
              </a:rPr>
              <a:t>Any questions?</a:t>
            </a:r>
            <a:endParaRPr sz="3300">
              <a:latin typeface="Livvic SemiBold"/>
              <a:ea typeface="Livvic SemiBold"/>
              <a:cs typeface="Livvic SemiBold"/>
              <a:sym typeface="Livvic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The Importance of Music in Wartime by Slidesgo">
  <a:themeElements>
    <a:clrScheme name="Simple Light">
      <a:dk1>
        <a:srgbClr val="1C222E"/>
      </a:dk1>
      <a:lt1>
        <a:srgbClr val="CAC6B0"/>
      </a:lt1>
      <a:dk2>
        <a:srgbClr val="1DB954"/>
      </a:dk2>
      <a:lt2>
        <a:srgbClr val="949D75"/>
      </a:lt2>
      <a:accent1>
        <a:srgbClr val="604439"/>
      </a:accent1>
      <a:accent2>
        <a:srgbClr val="FFFFFF"/>
      </a:accent2>
      <a:accent3>
        <a:srgbClr val="637C5C"/>
      </a:accent3>
      <a:accent4>
        <a:srgbClr val="FFFFFF"/>
      </a:accent4>
      <a:accent5>
        <a:srgbClr val="FFFFFF"/>
      </a:accent5>
      <a:accent6>
        <a:srgbClr val="FFFFFF"/>
      </a:accent6>
      <a:hlink>
        <a:srgbClr val="1C22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